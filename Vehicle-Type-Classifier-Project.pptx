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erverZoom="100000" strictFirstAndLastChars="0" saveSubsetFonts="1">
  <p:sldMasterIdLst>
    <p:sldMasterId id="2147483660" r:id="rId4"/>
  </p:sldMasterIdLst>
  <p:notesMasterIdLst>
    <p:notesMasterId r:id="rId11"/>
  </p:notesMasterIdLst>
  <p:sldIdLst>
    <p:sldId id="256" r:id="rId5"/>
    <p:sldId id="257" r:id="rId6"/>
    <p:sldId id="258" r:id="rId7"/>
    <p:sldId id="261" r:id="rId8"/>
    <p:sldId id="259" r:id="rId9"/>
    <p:sldId id="260" r:id="rId10"/>
  </p:sldIdLst>
  <p:sldSz cx="13433425" cy="7556500"/>
  <p:notesSz cx="6858000" cy="9144000"/>
  <p:defaultTextStyle>
    <a:defPPr>
      <a:defRPr lang="pl-PL"/>
    </a:defPPr>
    <a:lvl1pPr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15:guide id="1" orient="horz" pos="2380">
          <p15:clr>
            <a:srgbClr val="A4A3A4"/>
          </p15:clr>
        </p15:guide>
        <p15:guide id="2" pos="423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614BB0-B477-42BD-B291-610C6C602A4A}" v="7" dt="2025-11-27T18:04:53.6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5" d="100"/>
          <a:sy n="95" d="100"/>
        </p:scale>
        <p:origin x="264" y="68"/>
      </p:cViewPr>
      <p:guideLst>
        <p:guide orient="horz" pos="2380"/>
        <p:guide pos="423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1">
            <a:extLst>
              <a:ext uri="{FF2B5EF4-FFF2-40B4-BE49-F238E27FC236}">
                <a16:creationId xmlns:a16="http://schemas.microsoft.com/office/drawing/2014/main" id="{FBDD1D9A-DDB9-2B89-E4F3-AE1AECD48C0F}"/>
              </a:ext>
            </a:extLst>
          </p:cNvPr>
          <p:cNvSpPr>
            <a:spLocks noGrp="1" noRot="1" noChangeAspect="1"/>
          </p:cNvSpPr>
          <p:nvPr>
            <p:ph type="sldImg"/>
          </p:nvPr>
        </p:nvSpPr>
        <p:spPr bwMode="auto">
          <a:xfrm>
            <a:off x="382588" y="685800"/>
            <a:ext cx="6092825"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 name="Rectangle 2">
            <a:extLst>
              <a:ext uri="{FF2B5EF4-FFF2-40B4-BE49-F238E27FC236}">
                <a16:creationId xmlns:a16="http://schemas.microsoft.com/office/drawing/2014/main" id="{F5AA7AE2-4A62-41F9-8126-E28297D412F5}"/>
              </a:ext>
            </a:extLst>
          </p:cNvPr>
          <p:cNvSpPr>
            <a:spLocks noGrp="1"/>
          </p:cNvSpPr>
          <p:nvPr>
            <p:ph type="body" sz="quarter" idx="1"/>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pPr lvl="0"/>
            <a:r>
              <a:rPr lang="pl-PL" altLang="pl-PL" noProof="0">
                <a:sym typeface="Helvetica Neue" charset="0"/>
              </a:rPr>
              <a:t>Click to edit Master text styles</a:t>
            </a:r>
          </a:p>
          <a:p>
            <a:pPr lvl="1"/>
            <a:r>
              <a:rPr lang="pl-PL" altLang="pl-PL" noProof="0">
                <a:sym typeface="Helvetica Neue" charset="0"/>
              </a:rPr>
              <a:t>Second level</a:t>
            </a:r>
          </a:p>
          <a:p>
            <a:pPr lvl="2"/>
            <a:r>
              <a:rPr lang="pl-PL" altLang="pl-PL" noProof="0">
                <a:sym typeface="Helvetica Neue" charset="0"/>
              </a:rPr>
              <a:t>Third level</a:t>
            </a:r>
          </a:p>
          <a:p>
            <a:pPr lvl="3"/>
            <a:r>
              <a:rPr lang="pl-PL" altLang="pl-PL" noProof="0">
                <a:sym typeface="Helvetica Neue" charset="0"/>
              </a:rPr>
              <a:t>Fourth level</a:t>
            </a:r>
          </a:p>
          <a:p>
            <a:pPr lvl="4"/>
            <a:r>
              <a:rPr lang="pl-PL" altLang="pl-PL" noProof="0">
                <a:sym typeface="Helvetica Neue" charset="0"/>
              </a:rPr>
              <a:t>Fifth level</a:t>
            </a:r>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charset="0"/>
      </a:defRPr>
    </a:lvl1pPr>
    <a:lvl2pPr indent="228600"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charset="0"/>
      </a:defRPr>
    </a:lvl2pPr>
    <a:lvl3pPr indent="457200"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charset="0"/>
      </a:defRPr>
    </a:lvl3pPr>
    <a:lvl4pPr indent="685800"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charset="0"/>
      </a:defRPr>
    </a:lvl4pPr>
    <a:lvl5pPr indent="914400"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itle 1"/>
          <p:cNvSpPr>
            <a:spLocks noGrp="1"/>
          </p:cNvSpPr>
          <p:nvPr>
            <p:ph type="ctrTitle"/>
          </p:nvPr>
        </p:nvSpPr>
        <p:spPr>
          <a:xfrm>
            <a:off x="1679178" y="1236678"/>
            <a:ext cx="10075069" cy="2630781"/>
          </a:xfrm>
        </p:spPr>
        <p:txBody>
          <a:bodyPr anchor="b"/>
          <a:lstStyle>
            <a:lvl1pPr algn="ctr">
              <a:defRPr sz="6611"/>
            </a:lvl1pPr>
          </a:lstStyle>
          <a:p>
            <a:r>
              <a:rPr lang="pl-PL"/>
              <a:t>Kliknij, aby edytować styl</a:t>
            </a:r>
            <a:endParaRPr lang="en-US"/>
          </a:p>
        </p:txBody>
      </p:sp>
      <p:sp>
        <p:nvSpPr>
          <p:cNvPr id="3" name="Subtitle 2"/>
          <p:cNvSpPr>
            <a:spLocks noGrp="1"/>
          </p:cNvSpPr>
          <p:nvPr>
            <p:ph type="subTitle" idx="1"/>
          </p:nvPr>
        </p:nvSpPr>
        <p:spPr>
          <a:xfrm>
            <a:off x="1679178" y="3968912"/>
            <a:ext cx="10075069" cy="1824404"/>
          </a:xfrm>
        </p:spPr>
        <p:txBody>
          <a:bodyPr/>
          <a:lstStyle>
            <a:lvl1pPr marL="0" indent="0" algn="ctr">
              <a:buNone/>
              <a:defRPr sz="2644"/>
            </a:lvl1pPr>
            <a:lvl2pPr marL="503743" indent="0" algn="ctr">
              <a:buNone/>
              <a:defRPr sz="2204"/>
            </a:lvl2pPr>
            <a:lvl3pPr marL="1007486" indent="0" algn="ctr">
              <a:buNone/>
              <a:defRPr sz="1983"/>
            </a:lvl3pPr>
            <a:lvl4pPr marL="1511229" indent="0" algn="ctr">
              <a:buNone/>
              <a:defRPr sz="1763"/>
            </a:lvl4pPr>
            <a:lvl5pPr marL="2014972" indent="0" algn="ctr">
              <a:buNone/>
              <a:defRPr sz="1763"/>
            </a:lvl5pPr>
            <a:lvl6pPr marL="2518715" indent="0" algn="ctr">
              <a:buNone/>
              <a:defRPr sz="1763"/>
            </a:lvl6pPr>
            <a:lvl7pPr marL="3022458" indent="0" algn="ctr">
              <a:buNone/>
              <a:defRPr sz="1763"/>
            </a:lvl7pPr>
            <a:lvl8pPr marL="3526201" indent="0" algn="ctr">
              <a:buNone/>
              <a:defRPr sz="1763"/>
            </a:lvl8pPr>
            <a:lvl9pPr marL="4029944" indent="0" algn="ctr">
              <a:buNone/>
              <a:defRPr sz="1763"/>
            </a:lvl9pPr>
          </a:lstStyle>
          <a:p>
            <a:r>
              <a:rPr lang="pl-PL"/>
              <a:t>Kliknij, aby edytować styl wzorca podtytułu</a:t>
            </a:r>
            <a:endParaRPr lang="en-US"/>
          </a:p>
        </p:txBody>
      </p:sp>
      <p:sp>
        <p:nvSpPr>
          <p:cNvPr id="4" name="Date Placeholder 3">
            <a:extLst>
              <a:ext uri="{FF2B5EF4-FFF2-40B4-BE49-F238E27FC236}">
                <a16:creationId xmlns:a16="http://schemas.microsoft.com/office/drawing/2014/main" id="{81C66197-22FA-0CA0-07DD-99CCBFB4CF9B}"/>
              </a:ext>
            </a:extLst>
          </p:cNvPr>
          <p:cNvSpPr>
            <a:spLocks noGrp="1"/>
          </p:cNvSpPr>
          <p:nvPr>
            <p:ph type="dt" sz="half" idx="10"/>
          </p:nvPr>
        </p:nvSpPr>
        <p:spPr/>
        <p:txBody>
          <a:bodyPr/>
          <a:lstStyle>
            <a:lvl1pPr>
              <a:defRPr/>
            </a:lvl1pPr>
          </a:lstStyle>
          <a:p>
            <a:pPr>
              <a:defRPr/>
            </a:pPr>
            <a:fld id="{22DE180D-7F13-4599-BA6E-2FD55F48A73F}" type="datetimeFigureOut">
              <a:rPr lang="en-US"/>
              <a:pPr>
                <a:defRPr/>
              </a:pPr>
              <a:t>11/27/2025</a:t>
            </a:fld>
            <a:endParaRPr lang="en-US"/>
          </a:p>
        </p:txBody>
      </p:sp>
      <p:sp>
        <p:nvSpPr>
          <p:cNvPr id="5" name="Footer Placeholder 4">
            <a:extLst>
              <a:ext uri="{FF2B5EF4-FFF2-40B4-BE49-F238E27FC236}">
                <a16:creationId xmlns:a16="http://schemas.microsoft.com/office/drawing/2014/main" id="{9CB843D4-8862-DCFF-566A-2D72E0240A7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C5769A4-8807-4EFF-107C-1A3CFFA6D0EE}"/>
              </a:ext>
            </a:extLst>
          </p:cNvPr>
          <p:cNvSpPr>
            <a:spLocks noGrp="1"/>
          </p:cNvSpPr>
          <p:nvPr>
            <p:ph type="sldNum" sz="quarter" idx="12"/>
          </p:nvPr>
        </p:nvSpPr>
        <p:spPr/>
        <p:txBody>
          <a:bodyPr/>
          <a:lstStyle>
            <a:lvl1pPr>
              <a:defRPr/>
            </a:lvl1pPr>
          </a:lstStyle>
          <a:p>
            <a:fld id="{419DC470-A59B-446E-AC1A-AAAA1E50B9E1}" type="slidenum">
              <a:rPr lang="pl-PL" altLang="pl-PL"/>
              <a:pPr/>
              <a:t>‹#›</a:t>
            </a:fld>
            <a:endParaRPr lang="pl-PL" altLang="pl-PL"/>
          </a:p>
        </p:txBody>
      </p:sp>
    </p:spTree>
    <p:extLst>
      <p:ext uri="{BB962C8B-B14F-4D97-AF65-F5344CB8AC3E}">
        <p14:creationId xmlns:p14="http://schemas.microsoft.com/office/powerpoint/2010/main" val="3679895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a:p>
        </p:txBody>
      </p:sp>
      <p:sp>
        <p:nvSpPr>
          <p:cNvPr id="3" name="Content Placeholder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Date Placeholder 3">
            <a:extLst>
              <a:ext uri="{FF2B5EF4-FFF2-40B4-BE49-F238E27FC236}">
                <a16:creationId xmlns:a16="http://schemas.microsoft.com/office/drawing/2014/main" id="{9345E7B6-A28B-A3F2-F976-6E926203B3CF}"/>
              </a:ext>
            </a:extLst>
          </p:cNvPr>
          <p:cNvSpPr>
            <a:spLocks noGrp="1"/>
          </p:cNvSpPr>
          <p:nvPr>
            <p:ph type="dt" sz="half" idx="10"/>
          </p:nvPr>
        </p:nvSpPr>
        <p:spPr/>
        <p:txBody>
          <a:bodyPr/>
          <a:lstStyle>
            <a:lvl1pPr>
              <a:defRPr/>
            </a:lvl1pPr>
          </a:lstStyle>
          <a:p>
            <a:pPr>
              <a:defRPr/>
            </a:pPr>
            <a:fld id="{9B664781-F9AB-452A-B687-5C3DDC9F00EC}" type="datetimeFigureOut">
              <a:rPr lang="en-US"/>
              <a:pPr>
                <a:defRPr/>
              </a:pPr>
              <a:t>11/27/2025</a:t>
            </a:fld>
            <a:endParaRPr lang="en-US"/>
          </a:p>
        </p:txBody>
      </p:sp>
      <p:sp>
        <p:nvSpPr>
          <p:cNvPr id="5" name="Footer Placeholder 4">
            <a:extLst>
              <a:ext uri="{FF2B5EF4-FFF2-40B4-BE49-F238E27FC236}">
                <a16:creationId xmlns:a16="http://schemas.microsoft.com/office/drawing/2014/main" id="{8482F146-9E1F-A0B8-1142-605FB9EDE8A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AFEC935-E38F-E172-4C59-333B1D24A0D5}"/>
              </a:ext>
            </a:extLst>
          </p:cNvPr>
          <p:cNvSpPr>
            <a:spLocks noGrp="1"/>
          </p:cNvSpPr>
          <p:nvPr>
            <p:ph type="sldNum" sz="quarter" idx="12"/>
          </p:nvPr>
        </p:nvSpPr>
        <p:spPr/>
        <p:txBody>
          <a:bodyPr/>
          <a:lstStyle>
            <a:lvl1pPr>
              <a:defRPr/>
            </a:lvl1pPr>
          </a:lstStyle>
          <a:p>
            <a:fld id="{17E9CF54-050B-4EE9-9B71-93E9295DD38A}" type="slidenum">
              <a:rPr lang="pl-PL" altLang="pl-PL"/>
              <a:pPr/>
              <a:t>‹#›</a:t>
            </a:fld>
            <a:endParaRPr lang="pl-PL" altLang="pl-PL"/>
          </a:p>
        </p:txBody>
      </p:sp>
    </p:spTree>
    <p:extLst>
      <p:ext uri="{BB962C8B-B14F-4D97-AF65-F5344CB8AC3E}">
        <p14:creationId xmlns:p14="http://schemas.microsoft.com/office/powerpoint/2010/main" val="4281871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itle 1"/>
          <p:cNvSpPr>
            <a:spLocks noGrp="1"/>
          </p:cNvSpPr>
          <p:nvPr>
            <p:ph type="title"/>
          </p:nvPr>
        </p:nvSpPr>
        <p:spPr>
          <a:xfrm>
            <a:off x="916551" y="1883878"/>
            <a:ext cx="11586329" cy="3143294"/>
          </a:xfrm>
        </p:spPr>
        <p:txBody>
          <a:bodyPr anchor="b"/>
          <a:lstStyle>
            <a:lvl1pPr>
              <a:defRPr sz="6611"/>
            </a:lvl1pPr>
          </a:lstStyle>
          <a:p>
            <a:r>
              <a:rPr lang="pl-PL"/>
              <a:t>Kliknij, aby edytować styl</a:t>
            </a:r>
            <a:endParaRPr lang="en-US"/>
          </a:p>
        </p:txBody>
      </p:sp>
      <p:sp>
        <p:nvSpPr>
          <p:cNvPr id="3" name="Text Placeholder 2"/>
          <p:cNvSpPr>
            <a:spLocks noGrp="1"/>
          </p:cNvSpPr>
          <p:nvPr>
            <p:ph type="body" idx="1"/>
          </p:nvPr>
        </p:nvSpPr>
        <p:spPr>
          <a:xfrm>
            <a:off x="916551" y="5056909"/>
            <a:ext cx="11586329" cy="1652984"/>
          </a:xfrm>
        </p:spPr>
        <p:txBody>
          <a:bodyPr/>
          <a:lstStyle>
            <a:lvl1pPr marL="0" indent="0">
              <a:buNone/>
              <a:defRPr sz="2644">
                <a:solidFill>
                  <a:schemeClr val="tx1">
                    <a:tint val="75000"/>
                  </a:schemeClr>
                </a:solidFill>
              </a:defRPr>
            </a:lvl1pPr>
            <a:lvl2pPr marL="503743" indent="0">
              <a:buNone/>
              <a:defRPr sz="2204">
                <a:solidFill>
                  <a:schemeClr val="tx1">
                    <a:tint val="75000"/>
                  </a:schemeClr>
                </a:solidFill>
              </a:defRPr>
            </a:lvl2pPr>
            <a:lvl3pPr marL="1007486" indent="0">
              <a:buNone/>
              <a:defRPr sz="1983">
                <a:solidFill>
                  <a:schemeClr val="tx1">
                    <a:tint val="75000"/>
                  </a:schemeClr>
                </a:solidFill>
              </a:defRPr>
            </a:lvl3pPr>
            <a:lvl4pPr marL="1511229" indent="0">
              <a:buNone/>
              <a:defRPr sz="1763">
                <a:solidFill>
                  <a:schemeClr val="tx1">
                    <a:tint val="75000"/>
                  </a:schemeClr>
                </a:solidFill>
              </a:defRPr>
            </a:lvl4pPr>
            <a:lvl5pPr marL="2014972" indent="0">
              <a:buNone/>
              <a:defRPr sz="1763">
                <a:solidFill>
                  <a:schemeClr val="tx1">
                    <a:tint val="75000"/>
                  </a:schemeClr>
                </a:solidFill>
              </a:defRPr>
            </a:lvl5pPr>
            <a:lvl6pPr marL="2518715" indent="0">
              <a:buNone/>
              <a:defRPr sz="1763">
                <a:solidFill>
                  <a:schemeClr val="tx1">
                    <a:tint val="75000"/>
                  </a:schemeClr>
                </a:solidFill>
              </a:defRPr>
            </a:lvl6pPr>
            <a:lvl7pPr marL="3022458" indent="0">
              <a:buNone/>
              <a:defRPr sz="1763">
                <a:solidFill>
                  <a:schemeClr val="tx1">
                    <a:tint val="75000"/>
                  </a:schemeClr>
                </a:solidFill>
              </a:defRPr>
            </a:lvl7pPr>
            <a:lvl8pPr marL="3526201" indent="0">
              <a:buNone/>
              <a:defRPr sz="1763">
                <a:solidFill>
                  <a:schemeClr val="tx1">
                    <a:tint val="75000"/>
                  </a:schemeClr>
                </a:solidFill>
              </a:defRPr>
            </a:lvl8pPr>
            <a:lvl9pPr marL="4029944" indent="0">
              <a:buNone/>
              <a:defRPr sz="1763">
                <a:solidFill>
                  <a:schemeClr val="tx1">
                    <a:tint val="75000"/>
                  </a:schemeClr>
                </a:solidFill>
              </a:defRPr>
            </a:lvl9pPr>
          </a:lstStyle>
          <a:p>
            <a:pPr lvl="0"/>
            <a:r>
              <a:rPr lang="pl-PL"/>
              <a:t>Kliknij, aby edytować style wzorca tekstu</a:t>
            </a:r>
          </a:p>
        </p:txBody>
      </p:sp>
      <p:sp>
        <p:nvSpPr>
          <p:cNvPr id="4" name="Date Placeholder 3">
            <a:extLst>
              <a:ext uri="{FF2B5EF4-FFF2-40B4-BE49-F238E27FC236}">
                <a16:creationId xmlns:a16="http://schemas.microsoft.com/office/drawing/2014/main" id="{158DC575-F332-169B-2CB7-017746BC7DAF}"/>
              </a:ext>
            </a:extLst>
          </p:cNvPr>
          <p:cNvSpPr>
            <a:spLocks noGrp="1"/>
          </p:cNvSpPr>
          <p:nvPr>
            <p:ph type="dt" sz="half" idx="10"/>
          </p:nvPr>
        </p:nvSpPr>
        <p:spPr/>
        <p:txBody>
          <a:bodyPr/>
          <a:lstStyle>
            <a:lvl1pPr>
              <a:defRPr/>
            </a:lvl1pPr>
          </a:lstStyle>
          <a:p>
            <a:pPr>
              <a:defRPr/>
            </a:pPr>
            <a:fld id="{CE1288DE-360B-4FEC-B983-37B63E1417E6}" type="datetimeFigureOut">
              <a:rPr lang="en-US"/>
              <a:pPr>
                <a:defRPr/>
              </a:pPr>
              <a:t>11/27/2025</a:t>
            </a:fld>
            <a:endParaRPr lang="en-US"/>
          </a:p>
        </p:txBody>
      </p:sp>
      <p:sp>
        <p:nvSpPr>
          <p:cNvPr id="5" name="Footer Placeholder 4">
            <a:extLst>
              <a:ext uri="{FF2B5EF4-FFF2-40B4-BE49-F238E27FC236}">
                <a16:creationId xmlns:a16="http://schemas.microsoft.com/office/drawing/2014/main" id="{831838DE-4A65-DEAA-BD76-F577580812A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0172BBE-831D-D4F6-81EE-54865AF228B4}"/>
              </a:ext>
            </a:extLst>
          </p:cNvPr>
          <p:cNvSpPr>
            <a:spLocks noGrp="1"/>
          </p:cNvSpPr>
          <p:nvPr>
            <p:ph type="sldNum" sz="quarter" idx="12"/>
          </p:nvPr>
        </p:nvSpPr>
        <p:spPr/>
        <p:txBody>
          <a:bodyPr/>
          <a:lstStyle>
            <a:lvl1pPr>
              <a:defRPr/>
            </a:lvl1pPr>
          </a:lstStyle>
          <a:p>
            <a:fld id="{B3FB089C-A596-4055-BF98-3EAB36C88950}" type="slidenum">
              <a:rPr lang="pl-PL" altLang="pl-PL"/>
              <a:pPr/>
              <a:t>‹#›</a:t>
            </a:fld>
            <a:endParaRPr lang="pl-PL" altLang="pl-PL"/>
          </a:p>
        </p:txBody>
      </p:sp>
    </p:spTree>
    <p:extLst>
      <p:ext uri="{BB962C8B-B14F-4D97-AF65-F5344CB8AC3E}">
        <p14:creationId xmlns:p14="http://schemas.microsoft.com/office/powerpoint/2010/main" val="3678524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a:p>
        </p:txBody>
      </p:sp>
      <p:sp>
        <p:nvSpPr>
          <p:cNvPr id="3" name="Content Placeholder 2"/>
          <p:cNvSpPr>
            <a:spLocks noGrp="1"/>
          </p:cNvSpPr>
          <p:nvPr>
            <p:ph sz="half" idx="1"/>
          </p:nvPr>
        </p:nvSpPr>
        <p:spPr>
          <a:xfrm>
            <a:off x="923548" y="2011568"/>
            <a:ext cx="5709206" cy="479453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Content Placeholder 3"/>
          <p:cNvSpPr>
            <a:spLocks noGrp="1"/>
          </p:cNvSpPr>
          <p:nvPr>
            <p:ph sz="half" idx="2"/>
          </p:nvPr>
        </p:nvSpPr>
        <p:spPr>
          <a:xfrm>
            <a:off x="6800671" y="2011568"/>
            <a:ext cx="5709206" cy="479453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5" name="Date Placeholder 3">
            <a:extLst>
              <a:ext uri="{FF2B5EF4-FFF2-40B4-BE49-F238E27FC236}">
                <a16:creationId xmlns:a16="http://schemas.microsoft.com/office/drawing/2014/main" id="{925C843F-5415-20AF-58EE-773FE1FA4F0C}"/>
              </a:ext>
            </a:extLst>
          </p:cNvPr>
          <p:cNvSpPr>
            <a:spLocks noGrp="1"/>
          </p:cNvSpPr>
          <p:nvPr>
            <p:ph type="dt" sz="half" idx="10"/>
          </p:nvPr>
        </p:nvSpPr>
        <p:spPr/>
        <p:txBody>
          <a:bodyPr/>
          <a:lstStyle>
            <a:lvl1pPr>
              <a:defRPr/>
            </a:lvl1pPr>
          </a:lstStyle>
          <a:p>
            <a:pPr>
              <a:defRPr/>
            </a:pPr>
            <a:fld id="{6FC67D4B-2908-43C7-B03F-CAE0F4A1D3B1}" type="datetimeFigureOut">
              <a:rPr lang="en-US"/>
              <a:pPr>
                <a:defRPr/>
              </a:pPr>
              <a:t>11/27/2025</a:t>
            </a:fld>
            <a:endParaRPr lang="en-US"/>
          </a:p>
        </p:txBody>
      </p:sp>
      <p:sp>
        <p:nvSpPr>
          <p:cNvPr id="6" name="Footer Placeholder 4">
            <a:extLst>
              <a:ext uri="{FF2B5EF4-FFF2-40B4-BE49-F238E27FC236}">
                <a16:creationId xmlns:a16="http://schemas.microsoft.com/office/drawing/2014/main" id="{4BDA0584-D58F-FB98-79D6-4BE293148FA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F0F116A-B0F7-9E5F-C64E-90BF45945C30}"/>
              </a:ext>
            </a:extLst>
          </p:cNvPr>
          <p:cNvSpPr>
            <a:spLocks noGrp="1"/>
          </p:cNvSpPr>
          <p:nvPr>
            <p:ph type="sldNum" sz="quarter" idx="12"/>
          </p:nvPr>
        </p:nvSpPr>
        <p:spPr/>
        <p:txBody>
          <a:bodyPr/>
          <a:lstStyle>
            <a:lvl1pPr>
              <a:defRPr/>
            </a:lvl1pPr>
          </a:lstStyle>
          <a:p>
            <a:fld id="{DA37CDBC-B4D9-4AE6-A806-16F3C8F74E6C}" type="slidenum">
              <a:rPr lang="pl-PL" altLang="pl-PL"/>
              <a:pPr/>
              <a:t>‹#›</a:t>
            </a:fld>
            <a:endParaRPr lang="pl-PL" altLang="pl-PL"/>
          </a:p>
        </p:txBody>
      </p:sp>
    </p:spTree>
    <p:extLst>
      <p:ext uri="{BB962C8B-B14F-4D97-AF65-F5344CB8AC3E}">
        <p14:creationId xmlns:p14="http://schemas.microsoft.com/office/powerpoint/2010/main" val="99614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itle 1"/>
          <p:cNvSpPr>
            <a:spLocks noGrp="1"/>
          </p:cNvSpPr>
          <p:nvPr>
            <p:ph type="title"/>
          </p:nvPr>
        </p:nvSpPr>
        <p:spPr>
          <a:xfrm>
            <a:off x="925298" y="402314"/>
            <a:ext cx="11586329" cy="1460574"/>
          </a:xfrm>
        </p:spPr>
        <p:txBody>
          <a:bodyPr/>
          <a:lstStyle/>
          <a:p>
            <a:r>
              <a:rPr lang="pl-PL"/>
              <a:t>Kliknij, aby edytować styl</a:t>
            </a:r>
            <a:endParaRPr lang="en-US"/>
          </a:p>
        </p:txBody>
      </p:sp>
      <p:sp>
        <p:nvSpPr>
          <p:cNvPr id="3" name="Text Placeholder 2"/>
          <p:cNvSpPr>
            <a:spLocks noGrp="1"/>
          </p:cNvSpPr>
          <p:nvPr>
            <p:ph type="body" idx="1"/>
          </p:nvPr>
        </p:nvSpPr>
        <p:spPr>
          <a:xfrm>
            <a:off x="925298" y="1852393"/>
            <a:ext cx="5682968" cy="907829"/>
          </a:xfrm>
        </p:spPr>
        <p:txBody>
          <a:bodyPr anchor="b"/>
          <a:lstStyle>
            <a:lvl1pPr marL="0" indent="0">
              <a:buNone/>
              <a:defRPr sz="2644" b="1"/>
            </a:lvl1pPr>
            <a:lvl2pPr marL="503743" indent="0">
              <a:buNone/>
              <a:defRPr sz="2204" b="1"/>
            </a:lvl2pPr>
            <a:lvl3pPr marL="1007486" indent="0">
              <a:buNone/>
              <a:defRPr sz="1983" b="1"/>
            </a:lvl3pPr>
            <a:lvl4pPr marL="1511229" indent="0">
              <a:buNone/>
              <a:defRPr sz="1763" b="1"/>
            </a:lvl4pPr>
            <a:lvl5pPr marL="2014972" indent="0">
              <a:buNone/>
              <a:defRPr sz="1763" b="1"/>
            </a:lvl5pPr>
            <a:lvl6pPr marL="2518715" indent="0">
              <a:buNone/>
              <a:defRPr sz="1763" b="1"/>
            </a:lvl6pPr>
            <a:lvl7pPr marL="3022458" indent="0">
              <a:buNone/>
              <a:defRPr sz="1763" b="1"/>
            </a:lvl7pPr>
            <a:lvl8pPr marL="3526201" indent="0">
              <a:buNone/>
              <a:defRPr sz="1763" b="1"/>
            </a:lvl8pPr>
            <a:lvl9pPr marL="4029944" indent="0">
              <a:buNone/>
              <a:defRPr sz="1763" b="1"/>
            </a:lvl9pPr>
          </a:lstStyle>
          <a:p>
            <a:pPr lvl="0"/>
            <a:r>
              <a:rPr lang="pl-PL"/>
              <a:t>Kliknij, aby edytować style wzorca tekstu</a:t>
            </a:r>
          </a:p>
        </p:txBody>
      </p:sp>
      <p:sp>
        <p:nvSpPr>
          <p:cNvPr id="4" name="Content Placeholder 3"/>
          <p:cNvSpPr>
            <a:spLocks noGrp="1"/>
          </p:cNvSpPr>
          <p:nvPr>
            <p:ph sz="half" idx="2"/>
          </p:nvPr>
        </p:nvSpPr>
        <p:spPr>
          <a:xfrm>
            <a:off x="925298" y="2760222"/>
            <a:ext cx="5682968" cy="405987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5" name="Text Placeholder 4"/>
          <p:cNvSpPr>
            <a:spLocks noGrp="1"/>
          </p:cNvSpPr>
          <p:nvPr>
            <p:ph type="body" sz="quarter" idx="3"/>
          </p:nvPr>
        </p:nvSpPr>
        <p:spPr>
          <a:xfrm>
            <a:off x="6800672" y="1852393"/>
            <a:ext cx="5710955" cy="907829"/>
          </a:xfrm>
        </p:spPr>
        <p:txBody>
          <a:bodyPr anchor="b"/>
          <a:lstStyle>
            <a:lvl1pPr marL="0" indent="0">
              <a:buNone/>
              <a:defRPr sz="2644" b="1"/>
            </a:lvl1pPr>
            <a:lvl2pPr marL="503743" indent="0">
              <a:buNone/>
              <a:defRPr sz="2204" b="1"/>
            </a:lvl2pPr>
            <a:lvl3pPr marL="1007486" indent="0">
              <a:buNone/>
              <a:defRPr sz="1983" b="1"/>
            </a:lvl3pPr>
            <a:lvl4pPr marL="1511229" indent="0">
              <a:buNone/>
              <a:defRPr sz="1763" b="1"/>
            </a:lvl4pPr>
            <a:lvl5pPr marL="2014972" indent="0">
              <a:buNone/>
              <a:defRPr sz="1763" b="1"/>
            </a:lvl5pPr>
            <a:lvl6pPr marL="2518715" indent="0">
              <a:buNone/>
              <a:defRPr sz="1763" b="1"/>
            </a:lvl6pPr>
            <a:lvl7pPr marL="3022458" indent="0">
              <a:buNone/>
              <a:defRPr sz="1763" b="1"/>
            </a:lvl7pPr>
            <a:lvl8pPr marL="3526201" indent="0">
              <a:buNone/>
              <a:defRPr sz="1763" b="1"/>
            </a:lvl8pPr>
            <a:lvl9pPr marL="4029944" indent="0">
              <a:buNone/>
              <a:defRPr sz="1763" b="1"/>
            </a:lvl9pPr>
          </a:lstStyle>
          <a:p>
            <a:pPr lvl="0"/>
            <a:r>
              <a:rPr lang="pl-PL"/>
              <a:t>Kliknij, aby edytować style wzorca tekstu</a:t>
            </a:r>
          </a:p>
        </p:txBody>
      </p:sp>
      <p:sp>
        <p:nvSpPr>
          <p:cNvPr id="6" name="Content Placeholder 5"/>
          <p:cNvSpPr>
            <a:spLocks noGrp="1"/>
          </p:cNvSpPr>
          <p:nvPr>
            <p:ph sz="quarter" idx="4"/>
          </p:nvPr>
        </p:nvSpPr>
        <p:spPr>
          <a:xfrm>
            <a:off x="6800672" y="2760222"/>
            <a:ext cx="5710955" cy="405987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7" name="Date Placeholder 3">
            <a:extLst>
              <a:ext uri="{FF2B5EF4-FFF2-40B4-BE49-F238E27FC236}">
                <a16:creationId xmlns:a16="http://schemas.microsoft.com/office/drawing/2014/main" id="{7EF2DD2E-7315-80BF-7D4A-85924B6B16B3}"/>
              </a:ext>
            </a:extLst>
          </p:cNvPr>
          <p:cNvSpPr>
            <a:spLocks noGrp="1"/>
          </p:cNvSpPr>
          <p:nvPr>
            <p:ph type="dt" sz="half" idx="10"/>
          </p:nvPr>
        </p:nvSpPr>
        <p:spPr/>
        <p:txBody>
          <a:bodyPr/>
          <a:lstStyle>
            <a:lvl1pPr>
              <a:defRPr/>
            </a:lvl1pPr>
          </a:lstStyle>
          <a:p>
            <a:pPr>
              <a:defRPr/>
            </a:pPr>
            <a:fld id="{AB95ABE4-20F2-4D81-9256-0489244701A0}" type="datetimeFigureOut">
              <a:rPr lang="en-US"/>
              <a:pPr>
                <a:defRPr/>
              </a:pPr>
              <a:t>11/27/2025</a:t>
            </a:fld>
            <a:endParaRPr lang="en-US"/>
          </a:p>
        </p:txBody>
      </p:sp>
      <p:sp>
        <p:nvSpPr>
          <p:cNvPr id="8" name="Footer Placeholder 4">
            <a:extLst>
              <a:ext uri="{FF2B5EF4-FFF2-40B4-BE49-F238E27FC236}">
                <a16:creationId xmlns:a16="http://schemas.microsoft.com/office/drawing/2014/main" id="{0D3C60F4-EF7D-5853-58ED-3B5BFEA0A7F4}"/>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0242A192-A948-16DF-E6A6-56F8C83C2CBD}"/>
              </a:ext>
            </a:extLst>
          </p:cNvPr>
          <p:cNvSpPr>
            <a:spLocks noGrp="1"/>
          </p:cNvSpPr>
          <p:nvPr>
            <p:ph type="sldNum" sz="quarter" idx="12"/>
          </p:nvPr>
        </p:nvSpPr>
        <p:spPr/>
        <p:txBody>
          <a:bodyPr/>
          <a:lstStyle>
            <a:lvl1pPr>
              <a:defRPr/>
            </a:lvl1pPr>
          </a:lstStyle>
          <a:p>
            <a:fld id="{8FF3C9A8-CC05-4A15-9594-F7038373B91A}" type="slidenum">
              <a:rPr lang="pl-PL" altLang="pl-PL"/>
              <a:pPr/>
              <a:t>‹#›</a:t>
            </a:fld>
            <a:endParaRPr lang="pl-PL" altLang="pl-PL"/>
          </a:p>
        </p:txBody>
      </p:sp>
    </p:spTree>
    <p:extLst>
      <p:ext uri="{BB962C8B-B14F-4D97-AF65-F5344CB8AC3E}">
        <p14:creationId xmlns:p14="http://schemas.microsoft.com/office/powerpoint/2010/main" val="3230186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a:p>
        </p:txBody>
      </p:sp>
      <p:sp>
        <p:nvSpPr>
          <p:cNvPr id="3" name="Date Placeholder 3">
            <a:extLst>
              <a:ext uri="{FF2B5EF4-FFF2-40B4-BE49-F238E27FC236}">
                <a16:creationId xmlns:a16="http://schemas.microsoft.com/office/drawing/2014/main" id="{A536C182-9A55-749A-FA03-F323A3141F23}"/>
              </a:ext>
            </a:extLst>
          </p:cNvPr>
          <p:cNvSpPr>
            <a:spLocks noGrp="1"/>
          </p:cNvSpPr>
          <p:nvPr>
            <p:ph type="dt" sz="half" idx="10"/>
          </p:nvPr>
        </p:nvSpPr>
        <p:spPr/>
        <p:txBody>
          <a:bodyPr/>
          <a:lstStyle>
            <a:lvl1pPr>
              <a:defRPr/>
            </a:lvl1pPr>
          </a:lstStyle>
          <a:p>
            <a:pPr>
              <a:defRPr/>
            </a:pPr>
            <a:fld id="{6DBF9ED8-C001-4D2F-80B9-60CE71C9E5A3}" type="datetimeFigureOut">
              <a:rPr lang="en-US"/>
              <a:pPr>
                <a:defRPr/>
              </a:pPr>
              <a:t>11/27/2025</a:t>
            </a:fld>
            <a:endParaRPr lang="en-US"/>
          </a:p>
        </p:txBody>
      </p:sp>
      <p:sp>
        <p:nvSpPr>
          <p:cNvPr id="4" name="Footer Placeholder 4">
            <a:extLst>
              <a:ext uri="{FF2B5EF4-FFF2-40B4-BE49-F238E27FC236}">
                <a16:creationId xmlns:a16="http://schemas.microsoft.com/office/drawing/2014/main" id="{C50CB29B-CC7E-80F2-FF2C-78B1009EF15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D768B3B0-B9E9-FED4-FCAE-0E53B3B30678}"/>
              </a:ext>
            </a:extLst>
          </p:cNvPr>
          <p:cNvSpPr>
            <a:spLocks noGrp="1"/>
          </p:cNvSpPr>
          <p:nvPr>
            <p:ph type="sldNum" sz="quarter" idx="12"/>
          </p:nvPr>
        </p:nvSpPr>
        <p:spPr/>
        <p:txBody>
          <a:bodyPr/>
          <a:lstStyle>
            <a:lvl1pPr>
              <a:defRPr/>
            </a:lvl1pPr>
          </a:lstStyle>
          <a:p>
            <a:fld id="{6CAE5013-C6AA-4B45-9841-E7E471B91BA1}" type="slidenum">
              <a:rPr lang="pl-PL" altLang="pl-PL"/>
              <a:pPr/>
              <a:t>‹#›</a:t>
            </a:fld>
            <a:endParaRPr lang="pl-PL" altLang="pl-PL"/>
          </a:p>
        </p:txBody>
      </p:sp>
    </p:spTree>
    <p:extLst>
      <p:ext uri="{BB962C8B-B14F-4D97-AF65-F5344CB8AC3E}">
        <p14:creationId xmlns:p14="http://schemas.microsoft.com/office/powerpoint/2010/main" val="1858739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B596B19-1E26-EB4E-C767-826DB9B7B862}"/>
              </a:ext>
            </a:extLst>
          </p:cNvPr>
          <p:cNvSpPr>
            <a:spLocks noGrp="1"/>
          </p:cNvSpPr>
          <p:nvPr>
            <p:ph type="dt" sz="half" idx="10"/>
          </p:nvPr>
        </p:nvSpPr>
        <p:spPr/>
        <p:txBody>
          <a:bodyPr/>
          <a:lstStyle>
            <a:lvl1pPr>
              <a:defRPr/>
            </a:lvl1pPr>
          </a:lstStyle>
          <a:p>
            <a:pPr>
              <a:defRPr/>
            </a:pPr>
            <a:fld id="{70E51491-736E-4114-BC39-92729F0F61F5}" type="datetimeFigureOut">
              <a:rPr lang="en-US"/>
              <a:pPr>
                <a:defRPr/>
              </a:pPr>
              <a:t>11/27/2025</a:t>
            </a:fld>
            <a:endParaRPr lang="en-US"/>
          </a:p>
        </p:txBody>
      </p:sp>
      <p:sp>
        <p:nvSpPr>
          <p:cNvPr id="3" name="Footer Placeholder 4">
            <a:extLst>
              <a:ext uri="{FF2B5EF4-FFF2-40B4-BE49-F238E27FC236}">
                <a16:creationId xmlns:a16="http://schemas.microsoft.com/office/drawing/2014/main" id="{C07D8854-6C74-56C3-48A7-2470C3923A6B}"/>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5C4BE5FF-5231-66D8-5299-E34F7CEEBEA0}"/>
              </a:ext>
            </a:extLst>
          </p:cNvPr>
          <p:cNvSpPr>
            <a:spLocks noGrp="1"/>
          </p:cNvSpPr>
          <p:nvPr>
            <p:ph type="sldNum" sz="quarter" idx="12"/>
          </p:nvPr>
        </p:nvSpPr>
        <p:spPr/>
        <p:txBody>
          <a:bodyPr/>
          <a:lstStyle>
            <a:lvl1pPr>
              <a:defRPr/>
            </a:lvl1pPr>
          </a:lstStyle>
          <a:p>
            <a:fld id="{61A35348-637C-430E-9585-21A674A76CF2}" type="slidenum">
              <a:rPr lang="pl-PL" altLang="pl-PL"/>
              <a:pPr/>
              <a:t>‹#›</a:t>
            </a:fld>
            <a:endParaRPr lang="pl-PL" altLang="pl-PL"/>
          </a:p>
        </p:txBody>
      </p:sp>
    </p:spTree>
    <p:extLst>
      <p:ext uri="{BB962C8B-B14F-4D97-AF65-F5344CB8AC3E}">
        <p14:creationId xmlns:p14="http://schemas.microsoft.com/office/powerpoint/2010/main" val="2152058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itle 1"/>
          <p:cNvSpPr>
            <a:spLocks noGrp="1"/>
          </p:cNvSpPr>
          <p:nvPr>
            <p:ph type="title"/>
          </p:nvPr>
        </p:nvSpPr>
        <p:spPr>
          <a:xfrm>
            <a:off x="925298" y="503767"/>
            <a:ext cx="4332629" cy="1763183"/>
          </a:xfrm>
        </p:spPr>
        <p:txBody>
          <a:bodyPr anchor="b"/>
          <a:lstStyle>
            <a:lvl1pPr>
              <a:defRPr sz="3526"/>
            </a:lvl1pPr>
          </a:lstStyle>
          <a:p>
            <a:r>
              <a:rPr lang="pl-PL"/>
              <a:t>Kliknij, aby edytować styl</a:t>
            </a:r>
            <a:endParaRPr lang="en-US"/>
          </a:p>
        </p:txBody>
      </p:sp>
      <p:sp>
        <p:nvSpPr>
          <p:cNvPr id="3" name="Content Placeholder 2"/>
          <p:cNvSpPr>
            <a:spLocks noGrp="1"/>
          </p:cNvSpPr>
          <p:nvPr>
            <p:ph idx="1"/>
          </p:nvPr>
        </p:nvSpPr>
        <p:spPr>
          <a:xfrm>
            <a:off x="5710956" y="1087996"/>
            <a:ext cx="6800671" cy="5370013"/>
          </a:xfrm>
        </p:spPr>
        <p:txBody>
          <a:bodyPr/>
          <a:lstStyle>
            <a:lvl1pPr>
              <a:defRPr sz="3526"/>
            </a:lvl1pPr>
            <a:lvl2pPr>
              <a:defRPr sz="3085"/>
            </a:lvl2pPr>
            <a:lvl3pPr>
              <a:defRPr sz="2644"/>
            </a:lvl3pPr>
            <a:lvl4pPr>
              <a:defRPr sz="2204"/>
            </a:lvl4pPr>
            <a:lvl5pPr>
              <a:defRPr sz="2204"/>
            </a:lvl5pPr>
            <a:lvl6pPr>
              <a:defRPr sz="2204"/>
            </a:lvl6pPr>
            <a:lvl7pPr>
              <a:defRPr sz="2204"/>
            </a:lvl7pPr>
            <a:lvl8pPr>
              <a:defRPr sz="2204"/>
            </a:lvl8pPr>
            <a:lvl9pPr>
              <a:defRPr sz="2204"/>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Text Placeholder 3"/>
          <p:cNvSpPr>
            <a:spLocks noGrp="1"/>
          </p:cNvSpPr>
          <p:nvPr>
            <p:ph type="body" sz="half" idx="2"/>
          </p:nvPr>
        </p:nvSpPr>
        <p:spPr>
          <a:xfrm>
            <a:off x="925298" y="2266950"/>
            <a:ext cx="4332629" cy="4199805"/>
          </a:xfrm>
        </p:spPr>
        <p:txBody>
          <a:bodyPr/>
          <a:lstStyle>
            <a:lvl1pPr marL="0" indent="0">
              <a:buNone/>
              <a:defRPr sz="1763"/>
            </a:lvl1pPr>
            <a:lvl2pPr marL="503743" indent="0">
              <a:buNone/>
              <a:defRPr sz="1543"/>
            </a:lvl2pPr>
            <a:lvl3pPr marL="1007486" indent="0">
              <a:buNone/>
              <a:defRPr sz="1322"/>
            </a:lvl3pPr>
            <a:lvl4pPr marL="1511229" indent="0">
              <a:buNone/>
              <a:defRPr sz="1102"/>
            </a:lvl4pPr>
            <a:lvl5pPr marL="2014972" indent="0">
              <a:buNone/>
              <a:defRPr sz="1102"/>
            </a:lvl5pPr>
            <a:lvl6pPr marL="2518715" indent="0">
              <a:buNone/>
              <a:defRPr sz="1102"/>
            </a:lvl6pPr>
            <a:lvl7pPr marL="3022458" indent="0">
              <a:buNone/>
              <a:defRPr sz="1102"/>
            </a:lvl7pPr>
            <a:lvl8pPr marL="3526201" indent="0">
              <a:buNone/>
              <a:defRPr sz="1102"/>
            </a:lvl8pPr>
            <a:lvl9pPr marL="4029944" indent="0">
              <a:buNone/>
              <a:defRPr sz="1102"/>
            </a:lvl9pPr>
          </a:lstStyle>
          <a:p>
            <a:pPr lvl="0"/>
            <a:r>
              <a:rPr lang="pl-PL"/>
              <a:t>Kliknij, aby edytować style wzorca tekstu</a:t>
            </a:r>
          </a:p>
        </p:txBody>
      </p:sp>
      <p:sp>
        <p:nvSpPr>
          <p:cNvPr id="5" name="Date Placeholder 3">
            <a:extLst>
              <a:ext uri="{FF2B5EF4-FFF2-40B4-BE49-F238E27FC236}">
                <a16:creationId xmlns:a16="http://schemas.microsoft.com/office/drawing/2014/main" id="{096AB57F-519B-316B-0FFB-0E9DCFF7BC5F}"/>
              </a:ext>
            </a:extLst>
          </p:cNvPr>
          <p:cNvSpPr>
            <a:spLocks noGrp="1"/>
          </p:cNvSpPr>
          <p:nvPr>
            <p:ph type="dt" sz="half" idx="10"/>
          </p:nvPr>
        </p:nvSpPr>
        <p:spPr/>
        <p:txBody>
          <a:bodyPr/>
          <a:lstStyle>
            <a:lvl1pPr>
              <a:defRPr/>
            </a:lvl1pPr>
          </a:lstStyle>
          <a:p>
            <a:pPr>
              <a:defRPr/>
            </a:pPr>
            <a:fld id="{BF7A8DDF-94E5-49C2-A33E-08F5B47D14B2}" type="datetimeFigureOut">
              <a:rPr lang="en-US"/>
              <a:pPr>
                <a:defRPr/>
              </a:pPr>
              <a:t>11/27/2025</a:t>
            </a:fld>
            <a:endParaRPr lang="en-US"/>
          </a:p>
        </p:txBody>
      </p:sp>
      <p:sp>
        <p:nvSpPr>
          <p:cNvPr id="6" name="Footer Placeholder 4">
            <a:extLst>
              <a:ext uri="{FF2B5EF4-FFF2-40B4-BE49-F238E27FC236}">
                <a16:creationId xmlns:a16="http://schemas.microsoft.com/office/drawing/2014/main" id="{89E66D6E-4083-8739-1279-B6A9CD558B8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6716F60-AEA1-FF4C-2558-557CA784706D}"/>
              </a:ext>
            </a:extLst>
          </p:cNvPr>
          <p:cNvSpPr>
            <a:spLocks noGrp="1"/>
          </p:cNvSpPr>
          <p:nvPr>
            <p:ph type="sldNum" sz="quarter" idx="12"/>
          </p:nvPr>
        </p:nvSpPr>
        <p:spPr/>
        <p:txBody>
          <a:bodyPr/>
          <a:lstStyle>
            <a:lvl1pPr>
              <a:defRPr/>
            </a:lvl1pPr>
          </a:lstStyle>
          <a:p>
            <a:fld id="{C117A66D-2D73-4D61-9F66-33FF94EA6DDD}" type="slidenum">
              <a:rPr lang="pl-PL" altLang="pl-PL"/>
              <a:pPr/>
              <a:t>‹#›</a:t>
            </a:fld>
            <a:endParaRPr lang="pl-PL" altLang="pl-PL"/>
          </a:p>
        </p:txBody>
      </p:sp>
    </p:spTree>
    <p:extLst>
      <p:ext uri="{BB962C8B-B14F-4D97-AF65-F5344CB8AC3E}">
        <p14:creationId xmlns:p14="http://schemas.microsoft.com/office/powerpoint/2010/main" val="126861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itle 1"/>
          <p:cNvSpPr>
            <a:spLocks noGrp="1"/>
          </p:cNvSpPr>
          <p:nvPr>
            <p:ph type="title"/>
          </p:nvPr>
        </p:nvSpPr>
        <p:spPr>
          <a:xfrm>
            <a:off x="925298" y="503767"/>
            <a:ext cx="4332629" cy="1763183"/>
          </a:xfrm>
        </p:spPr>
        <p:txBody>
          <a:bodyPr anchor="b"/>
          <a:lstStyle>
            <a:lvl1pPr>
              <a:defRPr sz="3526"/>
            </a:lvl1pPr>
          </a:lstStyle>
          <a:p>
            <a:r>
              <a:rPr lang="pl-PL"/>
              <a:t>Kliknij, aby edytować styl</a:t>
            </a:r>
            <a:endParaRPr lang="en-US"/>
          </a:p>
        </p:txBody>
      </p:sp>
      <p:sp>
        <p:nvSpPr>
          <p:cNvPr id="3" name="Picture Placeholder 2"/>
          <p:cNvSpPr>
            <a:spLocks noGrp="1" noChangeAspect="1"/>
          </p:cNvSpPr>
          <p:nvPr>
            <p:ph type="pic" idx="1"/>
          </p:nvPr>
        </p:nvSpPr>
        <p:spPr>
          <a:xfrm>
            <a:off x="5710956" y="1087996"/>
            <a:ext cx="6800671" cy="5370013"/>
          </a:xfrm>
        </p:spPr>
        <p:txBody>
          <a:bodyPr rtlCol="0">
            <a:normAutofit/>
          </a:bodyPr>
          <a:lstStyle>
            <a:lvl1pPr marL="0" indent="0">
              <a:buNone/>
              <a:defRPr sz="3526"/>
            </a:lvl1pPr>
            <a:lvl2pPr marL="503743" indent="0">
              <a:buNone/>
              <a:defRPr sz="3085"/>
            </a:lvl2pPr>
            <a:lvl3pPr marL="1007486" indent="0">
              <a:buNone/>
              <a:defRPr sz="2644"/>
            </a:lvl3pPr>
            <a:lvl4pPr marL="1511229" indent="0">
              <a:buNone/>
              <a:defRPr sz="2204"/>
            </a:lvl4pPr>
            <a:lvl5pPr marL="2014972" indent="0">
              <a:buNone/>
              <a:defRPr sz="2204"/>
            </a:lvl5pPr>
            <a:lvl6pPr marL="2518715" indent="0">
              <a:buNone/>
              <a:defRPr sz="2204"/>
            </a:lvl6pPr>
            <a:lvl7pPr marL="3022458" indent="0">
              <a:buNone/>
              <a:defRPr sz="2204"/>
            </a:lvl7pPr>
            <a:lvl8pPr marL="3526201" indent="0">
              <a:buNone/>
              <a:defRPr sz="2204"/>
            </a:lvl8pPr>
            <a:lvl9pPr marL="4029944" indent="0">
              <a:buNone/>
              <a:defRPr sz="2204"/>
            </a:lvl9pPr>
          </a:lstStyle>
          <a:p>
            <a:pPr lvl="0"/>
            <a:r>
              <a:rPr lang="pl-PL" noProof="0"/>
              <a:t>Kliknij ikonę, aby dodać obraz</a:t>
            </a:r>
            <a:endParaRPr lang="en-US" noProof="0"/>
          </a:p>
        </p:txBody>
      </p:sp>
      <p:sp>
        <p:nvSpPr>
          <p:cNvPr id="4" name="Text Placeholder 3"/>
          <p:cNvSpPr>
            <a:spLocks noGrp="1"/>
          </p:cNvSpPr>
          <p:nvPr>
            <p:ph type="body" sz="half" idx="2"/>
          </p:nvPr>
        </p:nvSpPr>
        <p:spPr>
          <a:xfrm>
            <a:off x="925298" y="2266950"/>
            <a:ext cx="4332629" cy="4199805"/>
          </a:xfrm>
        </p:spPr>
        <p:txBody>
          <a:bodyPr/>
          <a:lstStyle>
            <a:lvl1pPr marL="0" indent="0">
              <a:buNone/>
              <a:defRPr sz="1763"/>
            </a:lvl1pPr>
            <a:lvl2pPr marL="503743" indent="0">
              <a:buNone/>
              <a:defRPr sz="1543"/>
            </a:lvl2pPr>
            <a:lvl3pPr marL="1007486" indent="0">
              <a:buNone/>
              <a:defRPr sz="1322"/>
            </a:lvl3pPr>
            <a:lvl4pPr marL="1511229" indent="0">
              <a:buNone/>
              <a:defRPr sz="1102"/>
            </a:lvl4pPr>
            <a:lvl5pPr marL="2014972" indent="0">
              <a:buNone/>
              <a:defRPr sz="1102"/>
            </a:lvl5pPr>
            <a:lvl6pPr marL="2518715" indent="0">
              <a:buNone/>
              <a:defRPr sz="1102"/>
            </a:lvl6pPr>
            <a:lvl7pPr marL="3022458" indent="0">
              <a:buNone/>
              <a:defRPr sz="1102"/>
            </a:lvl7pPr>
            <a:lvl8pPr marL="3526201" indent="0">
              <a:buNone/>
              <a:defRPr sz="1102"/>
            </a:lvl8pPr>
            <a:lvl9pPr marL="4029944" indent="0">
              <a:buNone/>
              <a:defRPr sz="1102"/>
            </a:lvl9pPr>
          </a:lstStyle>
          <a:p>
            <a:pPr lvl="0"/>
            <a:r>
              <a:rPr lang="pl-PL"/>
              <a:t>Kliknij, aby edytować style wzorca tekstu</a:t>
            </a:r>
          </a:p>
        </p:txBody>
      </p:sp>
      <p:sp>
        <p:nvSpPr>
          <p:cNvPr id="5" name="Date Placeholder 3">
            <a:extLst>
              <a:ext uri="{FF2B5EF4-FFF2-40B4-BE49-F238E27FC236}">
                <a16:creationId xmlns:a16="http://schemas.microsoft.com/office/drawing/2014/main" id="{554F4252-4078-E2A1-9BB5-75DD5BF95856}"/>
              </a:ext>
            </a:extLst>
          </p:cNvPr>
          <p:cNvSpPr>
            <a:spLocks noGrp="1"/>
          </p:cNvSpPr>
          <p:nvPr>
            <p:ph type="dt" sz="half" idx="10"/>
          </p:nvPr>
        </p:nvSpPr>
        <p:spPr/>
        <p:txBody>
          <a:bodyPr/>
          <a:lstStyle>
            <a:lvl1pPr>
              <a:defRPr/>
            </a:lvl1pPr>
          </a:lstStyle>
          <a:p>
            <a:pPr>
              <a:defRPr/>
            </a:pPr>
            <a:fld id="{7B682A73-AE97-4239-B4C4-338688C78BC7}" type="datetimeFigureOut">
              <a:rPr lang="en-US"/>
              <a:pPr>
                <a:defRPr/>
              </a:pPr>
              <a:t>11/27/2025</a:t>
            </a:fld>
            <a:endParaRPr lang="en-US"/>
          </a:p>
        </p:txBody>
      </p:sp>
      <p:sp>
        <p:nvSpPr>
          <p:cNvPr id="6" name="Footer Placeholder 4">
            <a:extLst>
              <a:ext uri="{FF2B5EF4-FFF2-40B4-BE49-F238E27FC236}">
                <a16:creationId xmlns:a16="http://schemas.microsoft.com/office/drawing/2014/main" id="{7E96897C-3AA0-924B-2428-D30E627BB58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566F399-E30F-1078-BAEA-9BEC86DE7697}"/>
              </a:ext>
            </a:extLst>
          </p:cNvPr>
          <p:cNvSpPr>
            <a:spLocks noGrp="1"/>
          </p:cNvSpPr>
          <p:nvPr>
            <p:ph type="sldNum" sz="quarter" idx="12"/>
          </p:nvPr>
        </p:nvSpPr>
        <p:spPr/>
        <p:txBody>
          <a:bodyPr/>
          <a:lstStyle>
            <a:lvl1pPr>
              <a:defRPr/>
            </a:lvl1pPr>
          </a:lstStyle>
          <a:p>
            <a:fld id="{2BC5D496-F606-466B-BAED-EA7EED3A084B}" type="slidenum">
              <a:rPr lang="pl-PL" altLang="pl-PL"/>
              <a:pPr/>
              <a:t>‹#›</a:t>
            </a:fld>
            <a:endParaRPr lang="pl-PL" altLang="pl-PL"/>
          </a:p>
        </p:txBody>
      </p:sp>
    </p:spTree>
    <p:extLst>
      <p:ext uri="{BB962C8B-B14F-4D97-AF65-F5344CB8AC3E}">
        <p14:creationId xmlns:p14="http://schemas.microsoft.com/office/powerpoint/2010/main" val="571021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a:p>
        </p:txBody>
      </p:sp>
      <p:sp>
        <p:nvSpPr>
          <p:cNvPr id="3" name="Vertical Text Placeholder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Date Placeholder 3">
            <a:extLst>
              <a:ext uri="{FF2B5EF4-FFF2-40B4-BE49-F238E27FC236}">
                <a16:creationId xmlns:a16="http://schemas.microsoft.com/office/drawing/2014/main" id="{6C4159D5-15BD-92DF-E624-DCAE127174E2}"/>
              </a:ext>
            </a:extLst>
          </p:cNvPr>
          <p:cNvSpPr>
            <a:spLocks noGrp="1"/>
          </p:cNvSpPr>
          <p:nvPr>
            <p:ph type="dt" sz="half" idx="10"/>
          </p:nvPr>
        </p:nvSpPr>
        <p:spPr/>
        <p:txBody>
          <a:bodyPr/>
          <a:lstStyle>
            <a:lvl1pPr>
              <a:defRPr/>
            </a:lvl1pPr>
          </a:lstStyle>
          <a:p>
            <a:pPr>
              <a:defRPr/>
            </a:pPr>
            <a:fld id="{7D4DB2FA-3BA0-4551-90A4-B90A14B2AB9C}" type="datetimeFigureOut">
              <a:rPr lang="en-US"/>
              <a:pPr>
                <a:defRPr/>
              </a:pPr>
              <a:t>11/27/2025</a:t>
            </a:fld>
            <a:endParaRPr lang="en-US"/>
          </a:p>
        </p:txBody>
      </p:sp>
      <p:sp>
        <p:nvSpPr>
          <p:cNvPr id="5" name="Footer Placeholder 4">
            <a:extLst>
              <a:ext uri="{FF2B5EF4-FFF2-40B4-BE49-F238E27FC236}">
                <a16:creationId xmlns:a16="http://schemas.microsoft.com/office/drawing/2014/main" id="{AB32DDF8-FDB3-BB27-EEAD-D46D93E94FF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AD44405-76CB-C167-7919-30C9B9203557}"/>
              </a:ext>
            </a:extLst>
          </p:cNvPr>
          <p:cNvSpPr>
            <a:spLocks noGrp="1"/>
          </p:cNvSpPr>
          <p:nvPr>
            <p:ph type="sldNum" sz="quarter" idx="12"/>
          </p:nvPr>
        </p:nvSpPr>
        <p:spPr/>
        <p:txBody>
          <a:bodyPr/>
          <a:lstStyle>
            <a:lvl1pPr>
              <a:defRPr/>
            </a:lvl1pPr>
          </a:lstStyle>
          <a:p>
            <a:fld id="{3EE78129-B43B-464C-AB2F-DAF8A357FF22}" type="slidenum">
              <a:rPr lang="pl-PL" altLang="pl-PL"/>
              <a:pPr/>
              <a:t>‹#›</a:t>
            </a:fld>
            <a:endParaRPr lang="pl-PL" altLang="pl-PL"/>
          </a:p>
        </p:txBody>
      </p:sp>
    </p:spTree>
    <p:extLst>
      <p:ext uri="{BB962C8B-B14F-4D97-AF65-F5344CB8AC3E}">
        <p14:creationId xmlns:p14="http://schemas.microsoft.com/office/powerpoint/2010/main" val="4074576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613295" y="402314"/>
            <a:ext cx="2896582" cy="6403784"/>
          </a:xfrm>
        </p:spPr>
        <p:txBody>
          <a:bodyPr vert="eaVert"/>
          <a:lstStyle/>
          <a:p>
            <a:r>
              <a:rPr lang="pl-PL"/>
              <a:t>Kliknij, aby edytować styl</a:t>
            </a:r>
            <a:endParaRPr lang="en-US"/>
          </a:p>
        </p:txBody>
      </p:sp>
      <p:sp>
        <p:nvSpPr>
          <p:cNvPr id="3" name="Vertical Text Placeholder 2"/>
          <p:cNvSpPr>
            <a:spLocks noGrp="1"/>
          </p:cNvSpPr>
          <p:nvPr>
            <p:ph type="body" orient="vert" idx="1"/>
          </p:nvPr>
        </p:nvSpPr>
        <p:spPr>
          <a:xfrm>
            <a:off x="923548" y="402314"/>
            <a:ext cx="8521829" cy="6403784"/>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Date Placeholder 3">
            <a:extLst>
              <a:ext uri="{FF2B5EF4-FFF2-40B4-BE49-F238E27FC236}">
                <a16:creationId xmlns:a16="http://schemas.microsoft.com/office/drawing/2014/main" id="{A6196B0B-7426-D1D7-25FF-CEE122D761F3}"/>
              </a:ext>
            </a:extLst>
          </p:cNvPr>
          <p:cNvSpPr>
            <a:spLocks noGrp="1"/>
          </p:cNvSpPr>
          <p:nvPr>
            <p:ph type="dt" sz="half" idx="10"/>
          </p:nvPr>
        </p:nvSpPr>
        <p:spPr/>
        <p:txBody>
          <a:bodyPr/>
          <a:lstStyle>
            <a:lvl1pPr>
              <a:defRPr/>
            </a:lvl1pPr>
          </a:lstStyle>
          <a:p>
            <a:pPr>
              <a:defRPr/>
            </a:pPr>
            <a:fld id="{E608859A-B82A-4979-AC58-AC2192F5D992}" type="datetimeFigureOut">
              <a:rPr lang="en-US"/>
              <a:pPr>
                <a:defRPr/>
              </a:pPr>
              <a:t>11/27/2025</a:t>
            </a:fld>
            <a:endParaRPr lang="en-US"/>
          </a:p>
        </p:txBody>
      </p:sp>
      <p:sp>
        <p:nvSpPr>
          <p:cNvPr id="5" name="Footer Placeholder 4">
            <a:extLst>
              <a:ext uri="{FF2B5EF4-FFF2-40B4-BE49-F238E27FC236}">
                <a16:creationId xmlns:a16="http://schemas.microsoft.com/office/drawing/2014/main" id="{2F752860-05EE-DF40-F8D7-4EF17C8769F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B162082-ED7B-B328-6A69-2093B0D53A0D}"/>
              </a:ext>
            </a:extLst>
          </p:cNvPr>
          <p:cNvSpPr>
            <a:spLocks noGrp="1"/>
          </p:cNvSpPr>
          <p:nvPr>
            <p:ph type="sldNum" sz="quarter" idx="12"/>
          </p:nvPr>
        </p:nvSpPr>
        <p:spPr/>
        <p:txBody>
          <a:bodyPr/>
          <a:lstStyle>
            <a:lvl1pPr>
              <a:defRPr/>
            </a:lvl1pPr>
          </a:lstStyle>
          <a:p>
            <a:fld id="{DCAA8083-220C-4D70-96A7-D98F4F0FCBE2}" type="slidenum">
              <a:rPr lang="pl-PL" altLang="pl-PL"/>
              <a:pPr/>
              <a:t>‹#›</a:t>
            </a:fld>
            <a:endParaRPr lang="pl-PL" altLang="pl-PL"/>
          </a:p>
        </p:txBody>
      </p:sp>
    </p:spTree>
    <p:extLst>
      <p:ext uri="{BB962C8B-B14F-4D97-AF65-F5344CB8AC3E}">
        <p14:creationId xmlns:p14="http://schemas.microsoft.com/office/powerpoint/2010/main" val="1267804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34B58DA-5031-DB97-A45A-CA2E09AEB2BC}"/>
              </a:ext>
            </a:extLst>
          </p:cNvPr>
          <p:cNvSpPr>
            <a:spLocks noGrp="1" noChangeArrowheads="1"/>
          </p:cNvSpPr>
          <p:nvPr>
            <p:ph type="title"/>
          </p:nvPr>
        </p:nvSpPr>
        <p:spPr bwMode="auto">
          <a:xfrm>
            <a:off x="923925" y="401638"/>
            <a:ext cx="1158557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l-PL" altLang="pl-PL"/>
              <a:t>Kliknij, aby edytować styl</a:t>
            </a:r>
            <a:endParaRPr lang="en-US" altLang="pl-PL"/>
          </a:p>
        </p:txBody>
      </p:sp>
      <p:sp>
        <p:nvSpPr>
          <p:cNvPr id="1027" name="Text Placeholder 2">
            <a:extLst>
              <a:ext uri="{FF2B5EF4-FFF2-40B4-BE49-F238E27FC236}">
                <a16:creationId xmlns:a16="http://schemas.microsoft.com/office/drawing/2014/main" id="{4EAF6D96-C541-A662-E6DB-13E047F0750F}"/>
              </a:ext>
            </a:extLst>
          </p:cNvPr>
          <p:cNvSpPr>
            <a:spLocks noGrp="1" noChangeArrowheads="1"/>
          </p:cNvSpPr>
          <p:nvPr>
            <p:ph type="body" idx="1"/>
          </p:nvPr>
        </p:nvSpPr>
        <p:spPr bwMode="auto">
          <a:xfrm>
            <a:off x="923925" y="2011363"/>
            <a:ext cx="11585575" cy="479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l-PL" altLang="pl-PL"/>
              <a:t>Kliknij, aby edytować style wzorca tekstu</a:t>
            </a:r>
          </a:p>
          <a:p>
            <a:pPr lvl="1"/>
            <a:r>
              <a:rPr lang="pl-PL" altLang="pl-PL"/>
              <a:t>Drugi poziom</a:t>
            </a:r>
          </a:p>
          <a:p>
            <a:pPr lvl="2"/>
            <a:r>
              <a:rPr lang="pl-PL" altLang="pl-PL"/>
              <a:t>Trzeci poziom</a:t>
            </a:r>
          </a:p>
          <a:p>
            <a:pPr lvl="3"/>
            <a:r>
              <a:rPr lang="pl-PL" altLang="pl-PL"/>
              <a:t>Czwarty poziom</a:t>
            </a:r>
          </a:p>
          <a:p>
            <a:pPr lvl="4"/>
            <a:r>
              <a:rPr lang="pl-PL" altLang="pl-PL"/>
              <a:t>Piąty poziom</a:t>
            </a:r>
            <a:endParaRPr lang="en-US" altLang="pl-PL"/>
          </a:p>
        </p:txBody>
      </p:sp>
      <p:sp>
        <p:nvSpPr>
          <p:cNvPr id="4" name="Date Placeholder 3">
            <a:extLst>
              <a:ext uri="{FF2B5EF4-FFF2-40B4-BE49-F238E27FC236}">
                <a16:creationId xmlns:a16="http://schemas.microsoft.com/office/drawing/2014/main" id="{F6C5A54F-8B2B-4456-9B2B-6C2BC63FBA27}"/>
              </a:ext>
            </a:extLst>
          </p:cNvPr>
          <p:cNvSpPr>
            <a:spLocks noGrp="1"/>
          </p:cNvSpPr>
          <p:nvPr>
            <p:ph type="dt" sz="half" idx="2"/>
          </p:nvPr>
        </p:nvSpPr>
        <p:spPr>
          <a:xfrm>
            <a:off x="923925" y="7004050"/>
            <a:ext cx="3022600" cy="401638"/>
          </a:xfrm>
          <a:prstGeom prst="rect">
            <a:avLst/>
          </a:prstGeom>
        </p:spPr>
        <p:txBody>
          <a:bodyPr vert="horz" lIns="91440" tIns="45720" rIns="91440" bIns="45720" rtlCol="0" anchor="ctr"/>
          <a:lstStyle>
            <a:lvl1pPr algn="l">
              <a:defRPr sz="1322">
                <a:solidFill>
                  <a:schemeClr val="tx1">
                    <a:tint val="75000"/>
                  </a:schemeClr>
                </a:solidFill>
              </a:defRPr>
            </a:lvl1pPr>
          </a:lstStyle>
          <a:p>
            <a:pPr>
              <a:defRPr/>
            </a:pPr>
            <a:fld id="{EEC581AE-C07D-453B-92B9-711CAC327497}" type="datetimeFigureOut">
              <a:rPr lang="en-US"/>
              <a:pPr>
                <a:defRPr/>
              </a:pPr>
              <a:t>11/27/2025</a:t>
            </a:fld>
            <a:endParaRPr lang="en-US"/>
          </a:p>
        </p:txBody>
      </p:sp>
      <p:sp>
        <p:nvSpPr>
          <p:cNvPr id="5" name="Footer Placeholder 4">
            <a:extLst>
              <a:ext uri="{FF2B5EF4-FFF2-40B4-BE49-F238E27FC236}">
                <a16:creationId xmlns:a16="http://schemas.microsoft.com/office/drawing/2014/main" id="{56EF5F88-17C8-46E9-ACB5-C875064B5DA2}"/>
              </a:ext>
            </a:extLst>
          </p:cNvPr>
          <p:cNvSpPr>
            <a:spLocks noGrp="1"/>
          </p:cNvSpPr>
          <p:nvPr>
            <p:ph type="ftr" sz="quarter" idx="3"/>
          </p:nvPr>
        </p:nvSpPr>
        <p:spPr>
          <a:xfrm>
            <a:off x="4449763" y="7004050"/>
            <a:ext cx="4533900" cy="401638"/>
          </a:xfrm>
          <a:prstGeom prst="rect">
            <a:avLst/>
          </a:prstGeom>
        </p:spPr>
        <p:txBody>
          <a:bodyPr vert="horz" lIns="91440" tIns="45720" rIns="91440" bIns="45720" rtlCol="0" anchor="ctr"/>
          <a:lstStyle>
            <a:lvl1pPr algn="ctr">
              <a:defRPr sz="1322">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F720AF70-FABF-46AD-AA02-31F911D71DE9}"/>
              </a:ext>
            </a:extLst>
          </p:cNvPr>
          <p:cNvSpPr>
            <a:spLocks noGrp="1"/>
          </p:cNvSpPr>
          <p:nvPr>
            <p:ph type="sldNum" sz="quarter" idx="4"/>
          </p:nvPr>
        </p:nvSpPr>
        <p:spPr>
          <a:xfrm>
            <a:off x="9486900" y="7004050"/>
            <a:ext cx="3022600" cy="401638"/>
          </a:xfrm>
          <a:prstGeom prst="rect">
            <a:avLst/>
          </a:prstGeom>
        </p:spPr>
        <p:txBody>
          <a:bodyPr vert="horz" wrap="square" lIns="91440" tIns="45720" rIns="91440" bIns="45720" numCol="1" anchor="ctr" anchorCtr="0" compatLnSpc="1">
            <a:prstTxWarp prst="textNoShape">
              <a:avLst/>
            </a:prstTxWarp>
          </a:bodyPr>
          <a:lstStyle>
            <a:lvl1pPr algn="r">
              <a:defRPr sz="1300">
                <a:solidFill>
                  <a:srgbClr val="898989"/>
                </a:solidFill>
              </a:defRPr>
            </a:lvl1pPr>
          </a:lstStyle>
          <a:p>
            <a:fld id="{3F453F45-4010-4399-A813-8725328AC9FB}" type="slidenum">
              <a:rPr lang="pl-PL" altLang="pl-PL"/>
              <a:pPr/>
              <a:t>‹#›</a:t>
            </a:fld>
            <a:endParaRPr lang="pl-PL" altLang="pl-PL"/>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006475" rtl="0" eaLnBrk="0" fontAlgn="base" hangingPunct="0">
        <a:lnSpc>
          <a:spcPct val="90000"/>
        </a:lnSpc>
        <a:spcBef>
          <a:spcPct val="0"/>
        </a:spcBef>
        <a:spcAft>
          <a:spcPct val="0"/>
        </a:spcAft>
        <a:defRPr sz="4800" kern="1200">
          <a:solidFill>
            <a:schemeClr val="tx1"/>
          </a:solidFill>
          <a:latin typeface="+mj-lt"/>
          <a:ea typeface="+mj-ea"/>
          <a:cs typeface="+mj-cs"/>
        </a:defRPr>
      </a:lvl1pPr>
      <a:lvl2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2pPr>
      <a:lvl3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3pPr>
      <a:lvl4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4pPr>
      <a:lvl5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5pPr>
      <a:lvl6pPr marL="457200" algn="l" defTabSz="1006475" rtl="0" fontAlgn="base">
        <a:lnSpc>
          <a:spcPct val="90000"/>
        </a:lnSpc>
        <a:spcBef>
          <a:spcPct val="0"/>
        </a:spcBef>
        <a:spcAft>
          <a:spcPct val="0"/>
        </a:spcAft>
        <a:defRPr sz="4800">
          <a:solidFill>
            <a:schemeClr val="tx1"/>
          </a:solidFill>
          <a:latin typeface="Calibri Light" panose="020F0302020204030204" pitchFamily="34" charset="0"/>
        </a:defRPr>
      </a:lvl6pPr>
      <a:lvl7pPr marL="914400" algn="l" defTabSz="1006475" rtl="0" fontAlgn="base">
        <a:lnSpc>
          <a:spcPct val="90000"/>
        </a:lnSpc>
        <a:spcBef>
          <a:spcPct val="0"/>
        </a:spcBef>
        <a:spcAft>
          <a:spcPct val="0"/>
        </a:spcAft>
        <a:defRPr sz="4800">
          <a:solidFill>
            <a:schemeClr val="tx1"/>
          </a:solidFill>
          <a:latin typeface="Calibri Light" panose="020F0302020204030204" pitchFamily="34" charset="0"/>
        </a:defRPr>
      </a:lvl7pPr>
      <a:lvl8pPr marL="1371600" algn="l" defTabSz="1006475" rtl="0" fontAlgn="base">
        <a:lnSpc>
          <a:spcPct val="90000"/>
        </a:lnSpc>
        <a:spcBef>
          <a:spcPct val="0"/>
        </a:spcBef>
        <a:spcAft>
          <a:spcPct val="0"/>
        </a:spcAft>
        <a:defRPr sz="4800">
          <a:solidFill>
            <a:schemeClr val="tx1"/>
          </a:solidFill>
          <a:latin typeface="Calibri Light" panose="020F0302020204030204" pitchFamily="34" charset="0"/>
        </a:defRPr>
      </a:lvl8pPr>
      <a:lvl9pPr marL="1828800" algn="l" defTabSz="1006475" rtl="0" fontAlgn="base">
        <a:lnSpc>
          <a:spcPct val="90000"/>
        </a:lnSpc>
        <a:spcBef>
          <a:spcPct val="0"/>
        </a:spcBef>
        <a:spcAft>
          <a:spcPct val="0"/>
        </a:spcAft>
        <a:defRPr sz="4800">
          <a:solidFill>
            <a:schemeClr val="tx1"/>
          </a:solidFill>
          <a:latin typeface="Calibri Light" panose="020F0302020204030204" pitchFamily="34" charset="0"/>
        </a:defRPr>
      </a:lvl9pPr>
    </p:titleStyle>
    <p:bodyStyle>
      <a:lvl1pPr marL="250825" indent="-250825" algn="l" defTabSz="1006475" rtl="0" eaLnBrk="0" fontAlgn="base" hangingPunct="0">
        <a:lnSpc>
          <a:spcPct val="90000"/>
        </a:lnSpc>
        <a:spcBef>
          <a:spcPts val="1100"/>
        </a:spcBef>
        <a:spcAft>
          <a:spcPct val="0"/>
        </a:spcAft>
        <a:buFont typeface="Arial" panose="020B0604020202020204" pitchFamily="34" charset="0"/>
        <a:buChar char="•"/>
        <a:defRPr sz="3000" kern="1200">
          <a:solidFill>
            <a:schemeClr val="tx1"/>
          </a:solidFill>
          <a:latin typeface="+mn-lt"/>
          <a:ea typeface="+mn-ea"/>
          <a:cs typeface="+mn-cs"/>
        </a:defRPr>
      </a:lvl1pPr>
      <a:lvl2pPr marL="754063" indent="-250825" algn="l" defTabSz="1006475" rtl="0" eaLnBrk="0" fontAlgn="base" hangingPunct="0">
        <a:lnSpc>
          <a:spcPct val="90000"/>
        </a:lnSpc>
        <a:spcBef>
          <a:spcPts val="550"/>
        </a:spcBef>
        <a:spcAft>
          <a:spcPct val="0"/>
        </a:spcAft>
        <a:buFont typeface="Arial" panose="020B0604020202020204" pitchFamily="34" charset="0"/>
        <a:buChar char="•"/>
        <a:defRPr sz="2600" kern="1200">
          <a:solidFill>
            <a:schemeClr val="tx1"/>
          </a:solidFill>
          <a:latin typeface="+mn-lt"/>
          <a:ea typeface="+mn-ea"/>
          <a:cs typeface="+mn-cs"/>
        </a:defRPr>
      </a:lvl2pPr>
      <a:lvl3pPr marL="1258888" indent="-250825" algn="l" defTabSz="1006475" rtl="0" eaLnBrk="0" fontAlgn="base" hangingPunct="0">
        <a:lnSpc>
          <a:spcPct val="90000"/>
        </a:lnSpc>
        <a:spcBef>
          <a:spcPts val="550"/>
        </a:spcBef>
        <a:spcAft>
          <a:spcPct val="0"/>
        </a:spcAft>
        <a:buFont typeface="Arial" panose="020B0604020202020204" pitchFamily="34" charset="0"/>
        <a:buChar char="•"/>
        <a:defRPr sz="2200" kern="1200">
          <a:solidFill>
            <a:schemeClr val="tx1"/>
          </a:solidFill>
          <a:latin typeface="+mn-lt"/>
          <a:ea typeface="+mn-ea"/>
          <a:cs typeface="+mn-cs"/>
        </a:defRPr>
      </a:lvl3pPr>
      <a:lvl4pPr marL="1762125" indent="-250825" algn="l" defTabSz="1006475" rtl="0" eaLnBrk="0" fontAlgn="base" hangingPunct="0">
        <a:lnSpc>
          <a:spcPct val="90000"/>
        </a:lnSpc>
        <a:spcBef>
          <a:spcPts val="550"/>
        </a:spcBef>
        <a:spcAft>
          <a:spcPct val="0"/>
        </a:spcAft>
        <a:buFont typeface="Arial" panose="020B0604020202020204" pitchFamily="34" charset="0"/>
        <a:buChar char="•"/>
        <a:defRPr sz="1900" kern="1200">
          <a:solidFill>
            <a:schemeClr val="tx1"/>
          </a:solidFill>
          <a:latin typeface="+mn-lt"/>
          <a:ea typeface="+mn-ea"/>
          <a:cs typeface="+mn-cs"/>
        </a:defRPr>
      </a:lvl4pPr>
      <a:lvl5pPr marL="2265363" indent="-250825" algn="l" defTabSz="1006475" rtl="0" eaLnBrk="0" fontAlgn="base" hangingPunct="0">
        <a:lnSpc>
          <a:spcPct val="90000"/>
        </a:lnSpc>
        <a:spcBef>
          <a:spcPts val="550"/>
        </a:spcBef>
        <a:spcAft>
          <a:spcPct val="0"/>
        </a:spcAft>
        <a:buFont typeface="Arial" panose="020B0604020202020204" pitchFamily="34" charset="0"/>
        <a:buChar char="•"/>
        <a:defRPr sz="1900" kern="1200">
          <a:solidFill>
            <a:schemeClr val="tx1"/>
          </a:solidFill>
          <a:latin typeface="+mn-lt"/>
          <a:ea typeface="+mn-ea"/>
          <a:cs typeface="+mn-cs"/>
        </a:defRPr>
      </a:lvl5pPr>
      <a:lvl6pPr marL="2770586"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6pPr>
      <a:lvl7pPr marL="3274329"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7pPr>
      <a:lvl8pPr marL="3778072"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8pPr>
      <a:lvl9pPr marL="4281815"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9pPr>
    </p:bodyStyle>
    <p:otherStyle>
      <a:defPPr>
        <a:defRPr lang="en-US"/>
      </a:defPPr>
      <a:lvl1pPr marL="0" algn="l" defTabSz="1007486" rtl="0" eaLnBrk="1" latinLnBrk="0" hangingPunct="1">
        <a:defRPr sz="1983" kern="1200">
          <a:solidFill>
            <a:schemeClr val="tx1"/>
          </a:solidFill>
          <a:latin typeface="+mn-lt"/>
          <a:ea typeface="+mn-ea"/>
          <a:cs typeface="+mn-cs"/>
        </a:defRPr>
      </a:lvl1pPr>
      <a:lvl2pPr marL="503743" algn="l" defTabSz="1007486" rtl="0" eaLnBrk="1" latinLnBrk="0" hangingPunct="1">
        <a:defRPr sz="1983" kern="1200">
          <a:solidFill>
            <a:schemeClr val="tx1"/>
          </a:solidFill>
          <a:latin typeface="+mn-lt"/>
          <a:ea typeface="+mn-ea"/>
          <a:cs typeface="+mn-cs"/>
        </a:defRPr>
      </a:lvl2pPr>
      <a:lvl3pPr marL="1007486" algn="l" defTabSz="1007486" rtl="0" eaLnBrk="1" latinLnBrk="0" hangingPunct="1">
        <a:defRPr sz="1983" kern="1200">
          <a:solidFill>
            <a:schemeClr val="tx1"/>
          </a:solidFill>
          <a:latin typeface="+mn-lt"/>
          <a:ea typeface="+mn-ea"/>
          <a:cs typeface="+mn-cs"/>
        </a:defRPr>
      </a:lvl3pPr>
      <a:lvl4pPr marL="1511229" algn="l" defTabSz="1007486" rtl="0" eaLnBrk="1" latinLnBrk="0" hangingPunct="1">
        <a:defRPr sz="1983" kern="1200">
          <a:solidFill>
            <a:schemeClr val="tx1"/>
          </a:solidFill>
          <a:latin typeface="+mn-lt"/>
          <a:ea typeface="+mn-ea"/>
          <a:cs typeface="+mn-cs"/>
        </a:defRPr>
      </a:lvl4pPr>
      <a:lvl5pPr marL="2014972" algn="l" defTabSz="1007486" rtl="0" eaLnBrk="1" latinLnBrk="0" hangingPunct="1">
        <a:defRPr sz="1983" kern="1200">
          <a:solidFill>
            <a:schemeClr val="tx1"/>
          </a:solidFill>
          <a:latin typeface="+mn-lt"/>
          <a:ea typeface="+mn-ea"/>
          <a:cs typeface="+mn-cs"/>
        </a:defRPr>
      </a:lvl5pPr>
      <a:lvl6pPr marL="2518715" algn="l" defTabSz="1007486" rtl="0" eaLnBrk="1" latinLnBrk="0" hangingPunct="1">
        <a:defRPr sz="1983" kern="1200">
          <a:solidFill>
            <a:schemeClr val="tx1"/>
          </a:solidFill>
          <a:latin typeface="+mn-lt"/>
          <a:ea typeface="+mn-ea"/>
          <a:cs typeface="+mn-cs"/>
        </a:defRPr>
      </a:lvl6pPr>
      <a:lvl7pPr marL="3022458" algn="l" defTabSz="1007486" rtl="0" eaLnBrk="1" latinLnBrk="0" hangingPunct="1">
        <a:defRPr sz="1983" kern="1200">
          <a:solidFill>
            <a:schemeClr val="tx1"/>
          </a:solidFill>
          <a:latin typeface="+mn-lt"/>
          <a:ea typeface="+mn-ea"/>
          <a:cs typeface="+mn-cs"/>
        </a:defRPr>
      </a:lvl7pPr>
      <a:lvl8pPr marL="3526201" algn="l" defTabSz="1007486" rtl="0" eaLnBrk="1" latinLnBrk="0" hangingPunct="1">
        <a:defRPr sz="1983" kern="1200">
          <a:solidFill>
            <a:schemeClr val="tx1"/>
          </a:solidFill>
          <a:latin typeface="+mn-lt"/>
          <a:ea typeface="+mn-ea"/>
          <a:cs typeface="+mn-cs"/>
        </a:defRPr>
      </a:lvl8pPr>
      <a:lvl9pPr marL="4029944" algn="l" defTabSz="1007486" rtl="0" eaLnBrk="1" latinLnBrk="0" hangingPunct="1">
        <a:defRPr sz="198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agh.edu.pl/"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www.agh.edu.pl/" TargetMode="Externa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lyensoetanto/vehicle-images-dataset" TargetMode="External"/><Relationship Id="rId2" Type="http://schemas.openxmlformats.org/officeDocument/2006/relationships/hyperlink" Target="http://www.agh.edu.pl/" TargetMode="Externa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agh.edu.pl/" TargetMode="Externa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Rectangle 1">
            <a:extLst>
              <a:ext uri="{FF2B5EF4-FFF2-40B4-BE49-F238E27FC236}">
                <a16:creationId xmlns:a16="http://schemas.microsoft.com/office/drawing/2014/main" id="{34611BE3-B90C-783C-2108-214A45BE331C}"/>
              </a:ext>
            </a:extLst>
          </p:cNvPr>
          <p:cNvSpPr>
            <a:spLocks/>
          </p:cNvSpPr>
          <p:nvPr/>
        </p:nvSpPr>
        <p:spPr bwMode="auto">
          <a:xfrm>
            <a:off x="4766295" y="3065175"/>
            <a:ext cx="4262784"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a:r>
              <a:rPr lang="pl-PL" altLang="pl-PL" sz="3200" err="1"/>
              <a:t>Vehicle</a:t>
            </a:r>
            <a:r>
              <a:rPr lang="pl-PL" altLang="pl-PL" sz="3200"/>
              <a:t> </a:t>
            </a:r>
            <a:r>
              <a:rPr lang="pl-PL" altLang="pl-PL" sz="3200" err="1"/>
              <a:t>Type</a:t>
            </a:r>
            <a:r>
              <a:rPr lang="pl-PL" altLang="pl-PL" sz="3200"/>
              <a:t> </a:t>
            </a:r>
            <a:r>
              <a:rPr lang="pl-PL" altLang="pl-PL" sz="3200" err="1"/>
              <a:t>Classifier</a:t>
            </a:r>
            <a:r>
              <a:rPr lang="pl-PL" altLang="pl-PL" sz="3200"/>
              <a:t> </a:t>
            </a:r>
          </a:p>
        </p:txBody>
      </p:sp>
      <p:sp>
        <p:nvSpPr>
          <p:cNvPr id="3075" name="Rectangle 2">
            <a:extLst>
              <a:ext uri="{FF2B5EF4-FFF2-40B4-BE49-F238E27FC236}">
                <a16:creationId xmlns:a16="http://schemas.microsoft.com/office/drawing/2014/main" id="{4CE9B245-8B0A-E272-D339-EC8744097E6F}"/>
              </a:ext>
            </a:extLst>
          </p:cNvPr>
          <p:cNvSpPr>
            <a:spLocks/>
          </p:cNvSpPr>
          <p:nvPr/>
        </p:nvSpPr>
        <p:spPr bwMode="auto">
          <a:xfrm>
            <a:off x="6346193" y="5791200"/>
            <a:ext cx="1102995"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45720" tIns="45720" rIns="45720" bIns="45720" anchor="t">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r>
              <a:rPr lang="pl-PL" altLang="pl-PL" sz="1600" dirty="0">
                <a:solidFill>
                  <a:srgbClr val="808080"/>
                </a:solidFill>
                <a:latin typeface="Arial"/>
                <a:cs typeface="Arial"/>
              </a:rPr>
              <a:t>06.11.2025</a:t>
            </a:r>
            <a:endParaRPr lang="en-US" dirty="0"/>
          </a:p>
        </p:txBody>
      </p:sp>
      <p:sp>
        <p:nvSpPr>
          <p:cNvPr id="3076" name="Rectangle 3">
            <a:extLst>
              <a:ext uri="{FF2B5EF4-FFF2-40B4-BE49-F238E27FC236}">
                <a16:creationId xmlns:a16="http://schemas.microsoft.com/office/drawing/2014/main" id="{721C385C-6AE5-1BDF-B06D-818BFEFA4811}"/>
              </a:ext>
            </a:extLst>
          </p:cNvPr>
          <p:cNvSpPr>
            <a:spLocks/>
          </p:cNvSpPr>
          <p:nvPr/>
        </p:nvSpPr>
        <p:spPr bwMode="auto">
          <a:xfrm>
            <a:off x="3811588" y="4343400"/>
            <a:ext cx="6172200"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a:r>
              <a:rPr lang="pl-PL" altLang="pl-PL" sz="1200">
                <a:solidFill>
                  <a:srgbClr val="00A200"/>
                </a:solidFill>
                <a:latin typeface="FagoNoBoldCE-Caps" charset="0"/>
                <a:sym typeface="FagoNoBoldCE-Caps" charset="0"/>
              </a:rPr>
              <a:t>Akademia Górniczo-Hutnicza</a:t>
            </a:r>
            <a:r>
              <a:rPr lang="pl-PL" altLang="pl-PL" sz="1200">
                <a:latin typeface="FagoNoBoldCE-Caps" charset="0"/>
                <a:sym typeface="FagoNoBoldCE-Caps" charset="0"/>
              </a:rPr>
              <a:t> </a:t>
            </a:r>
            <a:r>
              <a:rPr lang="pl-PL" altLang="pl-PL" sz="1200">
                <a:solidFill>
                  <a:srgbClr val="808080"/>
                </a:solidFill>
                <a:latin typeface="FagoNoBoldCE-Caps" charset="0"/>
                <a:sym typeface="FagoNoBoldCE-Caps" charset="0"/>
              </a:rPr>
              <a:t>im. Stanisława Staszica w Krakowie</a:t>
            </a:r>
          </a:p>
          <a:p>
            <a:pPr algn="ctr" eaLnBrk="1"/>
            <a:r>
              <a:rPr lang="pl-PL" altLang="pl-PL" sz="1200">
                <a:solidFill>
                  <a:srgbClr val="808080"/>
                </a:solidFill>
                <a:latin typeface="FagoNoBoldCE-Caps" charset="0"/>
                <a:sym typeface="FagoNoBoldCE-Caps" charset="0"/>
              </a:rPr>
              <a:t>AGH University of Krakow</a:t>
            </a:r>
          </a:p>
        </p:txBody>
      </p:sp>
      <p:sp>
        <p:nvSpPr>
          <p:cNvPr id="3077" name="Prostokąt 2">
            <a:hlinkClick r:id="rId3"/>
            <a:extLst>
              <a:ext uri="{FF2B5EF4-FFF2-40B4-BE49-F238E27FC236}">
                <a16:creationId xmlns:a16="http://schemas.microsoft.com/office/drawing/2014/main" id="{DFB99578-60BA-F1CD-5B90-846753B77DD3}"/>
              </a:ext>
            </a:extLst>
          </p:cNvPr>
          <p:cNvSpPr>
            <a:spLocks noChangeArrowheads="1"/>
          </p:cNvSpPr>
          <p:nvPr/>
        </p:nvSpPr>
        <p:spPr bwMode="auto">
          <a:xfrm>
            <a:off x="1603375"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2" name="Rectangle 3">
            <a:extLst>
              <a:ext uri="{FF2B5EF4-FFF2-40B4-BE49-F238E27FC236}">
                <a16:creationId xmlns:a16="http://schemas.microsoft.com/office/drawing/2014/main" id="{A87802CD-5877-6D3C-EF14-BEEB489CFAA2}"/>
              </a:ext>
            </a:extLst>
          </p:cNvPr>
          <p:cNvSpPr>
            <a:spLocks/>
          </p:cNvSpPr>
          <p:nvPr/>
        </p:nvSpPr>
        <p:spPr bwMode="auto">
          <a:xfrm>
            <a:off x="3811588" y="5067300"/>
            <a:ext cx="6172200"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a:r>
              <a:rPr lang="pl-PL" altLang="pl-PL" sz="1200" dirty="0">
                <a:solidFill>
                  <a:schemeClr val="tx1"/>
                </a:solidFill>
                <a:latin typeface="FagoNoBoldCE-Caps" charset="0"/>
                <a:sym typeface="FagoNoBoldCE-Caps" charset="0"/>
              </a:rPr>
              <a:t>Autorzy:</a:t>
            </a:r>
          </a:p>
          <a:p>
            <a:pPr algn="ctr" eaLnBrk="1"/>
            <a:r>
              <a:rPr lang="pl-PL" altLang="pl-PL" sz="1200" dirty="0">
                <a:solidFill>
                  <a:schemeClr val="tx1"/>
                </a:solidFill>
                <a:latin typeface="FagoNoBoldCE-Caps" charset="0"/>
                <a:sym typeface="FagoNoBoldCE-Caps" charset="0"/>
              </a:rPr>
              <a:t>Kacper Bujak</a:t>
            </a:r>
          </a:p>
          <a:p>
            <a:pPr algn="ctr" eaLnBrk="1"/>
            <a:r>
              <a:rPr lang="pl-PL" altLang="pl-PL" sz="1200" dirty="0">
                <a:solidFill>
                  <a:schemeClr val="tx1"/>
                </a:solidFill>
                <a:latin typeface="FagoNoBoldCE-Caps" charset="0"/>
                <a:sym typeface="FagoNoBoldCE-Caps" charset="0"/>
              </a:rPr>
              <a:t>Grzegorz Płonka</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Prostokąt 2">
            <a:hlinkClick r:id="rId2"/>
            <a:extLst>
              <a:ext uri="{FF2B5EF4-FFF2-40B4-BE49-F238E27FC236}">
                <a16:creationId xmlns:a16="http://schemas.microsoft.com/office/drawing/2014/main" id="{59F7AA9E-67B5-C741-3793-D758988D1AB3}"/>
              </a:ext>
            </a:extLst>
          </p:cNvPr>
          <p:cNvSpPr>
            <a:spLocks noChangeArrowheads="1"/>
          </p:cNvSpPr>
          <p:nvPr/>
        </p:nvSpPr>
        <p:spPr bwMode="auto">
          <a:xfrm>
            <a:off x="1747838"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2" name="Title 1">
            <a:extLst>
              <a:ext uri="{FF2B5EF4-FFF2-40B4-BE49-F238E27FC236}">
                <a16:creationId xmlns:a16="http://schemas.microsoft.com/office/drawing/2014/main" id="{B9ABCDA8-3A6F-A7DE-8463-4CAB946C6FB8}"/>
              </a:ext>
            </a:extLst>
          </p:cNvPr>
          <p:cNvSpPr>
            <a:spLocks noGrp="1"/>
          </p:cNvSpPr>
          <p:nvPr>
            <p:ph type="title"/>
          </p:nvPr>
        </p:nvSpPr>
        <p:spPr/>
        <p:txBody>
          <a:bodyPr/>
          <a:lstStyle/>
          <a:p>
            <a:r>
              <a:rPr lang="pl-PL" b="1"/>
              <a:t>Problem</a:t>
            </a:r>
            <a:endParaRPr lang="en-GB" b="1"/>
          </a:p>
        </p:txBody>
      </p:sp>
      <p:sp>
        <p:nvSpPr>
          <p:cNvPr id="4" name="Text Placeholder 3">
            <a:extLst>
              <a:ext uri="{FF2B5EF4-FFF2-40B4-BE49-F238E27FC236}">
                <a16:creationId xmlns:a16="http://schemas.microsoft.com/office/drawing/2014/main" id="{FB5ADE85-3FB4-7F3D-C11D-DBD5BCD1E627}"/>
              </a:ext>
            </a:extLst>
          </p:cNvPr>
          <p:cNvSpPr>
            <a:spLocks noGrp="1"/>
          </p:cNvSpPr>
          <p:nvPr>
            <p:ph type="body" sz="half" idx="2"/>
          </p:nvPr>
        </p:nvSpPr>
        <p:spPr/>
        <p:txBody>
          <a:bodyPr/>
          <a:lstStyle/>
          <a:p>
            <a:r>
              <a:rPr lang="en-GB" sz="3200"/>
              <a:t>The main objective of the project is to create an effective, simple and lightweight tool for classifying vehicle types. </a:t>
            </a:r>
          </a:p>
        </p:txBody>
      </p:sp>
      <p:pic>
        <p:nvPicPr>
          <p:cNvPr id="1026" name="Picture 2">
            <a:extLst>
              <a:ext uri="{FF2B5EF4-FFF2-40B4-BE49-F238E27FC236}">
                <a16:creationId xmlns:a16="http://schemas.microsoft.com/office/drawing/2014/main" id="{CC54940F-50E4-112B-9CD3-099CC5EAE03A}"/>
              </a:ext>
            </a:extLst>
          </p:cNvPr>
          <p:cNvPicPr>
            <a:picLocks noGrp="1" noChangeAspect="1" noChangeArrowheads="1"/>
          </p:cNvPicPr>
          <p:nvPr>
            <p:ph type="pic" idx="1"/>
          </p:nvPr>
        </p:nvPicPr>
        <p:blipFill>
          <a:blip r:embed="rId3">
            <a:extLst>
              <a:ext uri="{28A0092B-C50C-407E-A947-70E740481C1C}">
                <a14:useLocalDpi xmlns:a14="http://schemas.microsoft.com/office/drawing/2010/main" val="0"/>
              </a:ext>
            </a:extLst>
          </a:blip>
          <a:srcRect l="7805" r="7805"/>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17A249A-8D4E-AB19-7E5F-4F834563FA07}"/>
              </a:ext>
            </a:extLst>
          </p:cNvPr>
          <p:cNvSpPr txBox="1"/>
          <p:nvPr/>
        </p:nvSpPr>
        <p:spPr>
          <a:xfrm>
            <a:off x="5852616" y="6466755"/>
            <a:ext cx="6800671" cy="400110"/>
          </a:xfrm>
          <a:prstGeom prst="rect">
            <a:avLst/>
          </a:prstGeom>
          <a:noFill/>
        </p:spPr>
        <p:txBody>
          <a:bodyPr wrap="square" rtlCol="0">
            <a:spAutoFit/>
          </a:bodyPr>
          <a:lstStyle/>
          <a:p>
            <a:r>
              <a:rPr lang="en-GB" sz="2000"/>
              <a:t>https://www.mouser.co.il/blog/mystery-of-vehicle-detection</a:t>
            </a:r>
          </a:p>
        </p:txBody>
      </p:sp>
    </p:spTree>
  </p:cSld>
  <p:clrMapOvr>
    <a:masterClrMapping/>
  </p:clrMapOvr>
  <p:transition spd="med">
    <p:dissolv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BEA70-9004-8138-40E1-3EF6BF687A8C}"/>
            </a:ext>
          </a:extLst>
        </p:cNvPr>
        <p:cNvGrpSpPr/>
        <p:nvPr/>
      </p:nvGrpSpPr>
      <p:grpSpPr>
        <a:xfrm>
          <a:off x="0" y="0"/>
          <a:ext cx="0" cy="0"/>
          <a:chOff x="0" y="0"/>
          <a:chExt cx="0" cy="0"/>
        </a:xfrm>
      </p:grpSpPr>
      <p:sp>
        <p:nvSpPr>
          <p:cNvPr id="4098" name="Prostokąt 2">
            <a:hlinkClick r:id="rId2"/>
            <a:extLst>
              <a:ext uri="{FF2B5EF4-FFF2-40B4-BE49-F238E27FC236}">
                <a16:creationId xmlns:a16="http://schemas.microsoft.com/office/drawing/2014/main" id="{8102BFAA-CC62-ED8B-5055-C89AEAB43633}"/>
              </a:ext>
            </a:extLst>
          </p:cNvPr>
          <p:cNvSpPr>
            <a:spLocks noChangeArrowheads="1"/>
          </p:cNvSpPr>
          <p:nvPr/>
        </p:nvSpPr>
        <p:spPr bwMode="auto">
          <a:xfrm>
            <a:off x="1747838"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2" name="Title 1">
            <a:extLst>
              <a:ext uri="{FF2B5EF4-FFF2-40B4-BE49-F238E27FC236}">
                <a16:creationId xmlns:a16="http://schemas.microsoft.com/office/drawing/2014/main" id="{09DBA80A-3BA7-38F8-7562-B3ADBB269E06}"/>
              </a:ext>
            </a:extLst>
          </p:cNvPr>
          <p:cNvSpPr>
            <a:spLocks noGrp="1"/>
          </p:cNvSpPr>
          <p:nvPr>
            <p:ph type="title"/>
          </p:nvPr>
        </p:nvSpPr>
        <p:spPr/>
        <p:txBody>
          <a:bodyPr/>
          <a:lstStyle/>
          <a:p>
            <a:r>
              <a:rPr lang="pl-PL" b="1" err="1"/>
              <a:t>Dataset</a:t>
            </a:r>
            <a:endParaRPr lang="en-GB" b="1"/>
          </a:p>
        </p:txBody>
      </p:sp>
      <p:sp>
        <p:nvSpPr>
          <p:cNvPr id="4" name="Text Placeholder 3">
            <a:extLst>
              <a:ext uri="{FF2B5EF4-FFF2-40B4-BE49-F238E27FC236}">
                <a16:creationId xmlns:a16="http://schemas.microsoft.com/office/drawing/2014/main" id="{850EF666-41D4-2667-D6C4-E14B300FE11B}"/>
              </a:ext>
            </a:extLst>
          </p:cNvPr>
          <p:cNvSpPr>
            <a:spLocks noGrp="1"/>
          </p:cNvSpPr>
          <p:nvPr>
            <p:ph type="body" sz="half" idx="2"/>
          </p:nvPr>
        </p:nvSpPr>
        <p:spPr/>
        <p:txBody>
          <a:bodyPr/>
          <a:lstStyle/>
          <a:p>
            <a:r>
              <a:rPr lang="pl-PL" sz="2000"/>
              <a:t>We </a:t>
            </a:r>
            <a:r>
              <a:rPr lang="pl-PL" sz="2000" err="1"/>
              <a:t>decided</a:t>
            </a:r>
            <a:r>
              <a:rPr lang="pl-PL" sz="2000"/>
              <a:t> to </a:t>
            </a:r>
            <a:r>
              <a:rPr lang="pl-PL" sz="2000" err="1"/>
              <a:t>use</a:t>
            </a:r>
            <a:r>
              <a:rPr lang="pl-PL" sz="2000"/>
              <a:t> </a:t>
            </a:r>
            <a:r>
              <a:rPr lang="pl-PL" sz="2000" err="1">
                <a:hlinkClick r:id="rId3"/>
              </a:rPr>
              <a:t>Vehicle</a:t>
            </a:r>
            <a:r>
              <a:rPr lang="pl-PL" sz="2000">
                <a:hlinkClick r:id="rId3"/>
              </a:rPr>
              <a:t> </a:t>
            </a:r>
            <a:r>
              <a:rPr lang="pl-PL" sz="2000" err="1">
                <a:hlinkClick r:id="rId3"/>
              </a:rPr>
              <a:t>Images</a:t>
            </a:r>
            <a:r>
              <a:rPr lang="pl-PL" sz="2000">
                <a:hlinkClick r:id="rId3"/>
              </a:rPr>
              <a:t> </a:t>
            </a:r>
            <a:r>
              <a:rPr lang="pl-PL" sz="2000" err="1">
                <a:hlinkClick r:id="rId3"/>
              </a:rPr>
              <a:t>Dataset</a:t>
            </a:r>
            <a:r>
              <a:rPr lang="pl-PL" sz="2000"/>
              <a:t> </a:t>
            </a:r>
            <a:r>
              <a:rPr lang="pl-PL" sz="2000" err="1"/>
              <a:t>witch</a:t>
            </a:r>
            <a:r>
              <a:rPr lang="pl-PL" sz="2000"/>
              <a:t> </a:t>
            </a:r>
            <a:r>
              <a:rPr lang="pl-PL" sz="2000" err="1"/>
              <a:t>contains</a:t>
            </a:r>
            <a:r>
              <a:rPr lang="pl-PL" sz="2000"/>
              <a:t> 15,645 </a:t>
            </a:r>
            <a:r>
              <a:rPr lang="pl-PL" sz="2000" err="1"/>
              <a:t>color</a:t>
            </a:r>
            <a:r>
              <a:rPr lang="pl-PL" sz="2000"/>
              <a:t> </a:t>
            </a:r>
            <a:r>
              <a:rPr lang="pl-PL" sz="2000" err="1"/>
              <a:t>images</a:t>
            </a:r>
            <a:r>
              <a:rPr lang="pl-PL" sz="2000"/>
              <a:t> with 7 </a:t>
            </a:r>
            <a:r>
              <a:rPr lang="pl-PL" sz="2000" err="1"/>
              <a:t>classes</a:t>
            </a:r>
            <a:r>
              <a:rPr lang="pl-PL" sz="2000"/>
              <a:t> of </a:t>
            </a:r>
            <a:r>
              <a:rPr lang="pl-PL" sz="2000" err="1"/>
              <a:t>vechicles</a:t>
            </a:r>
            <a:r>
              <a:rPr lang="pl-PL" sz="2000"/>
              <a:t>: </a:t>
            </a:r>
          </a:p>
          <a:p>
            <a:pPr marL="457200" indent="-457200">
              <a:buFont typeface="Arial" panose="020B0604020202020204" pitchFamily="34" charset="0"/>
              <a:buChar char="•"/>
            </a:pPr>
            <a:r>
              <a:rPr lang="pl-PL" sz="2000"/>
              <a:t>City Car</a:t>
            </a:r>
          </a:p>
          <a:p>
            <a:pPr marL="457200" indent="-457200">
              <a:buFont typeface="Arial" panose="020B0604020202020204" pitchFamily="34" charset="0"/>
              <a:buChar char="•"/>
            </a:pPr>
            <a:r>
              <a:rPr lang="pl-PL" sz="2000"/>
              <a:t>Sedan</a:t>
            </a:r>
          </a:p>
          <a:p>
            <a:pPr marL="457200" indent="-457200">
              <a:buFont typeface="Arial" panose="020B0604020202020204" pitchFamily="34" charset="0"/>
              <a:buChar char="•"/>
            </a:pPr>
            <a:r>
              <a:rPr lang="pl-PL" sz="2000"/>
              <a:t>Multi </a:t>
            </a:r>
            <a:r>
              <a:rPr lang="pl-PL" sz="2000" err="1"/>
              <a:t>Purpose</a:t>
            </a:r>
            <a:r>
              <a:rPr lang="pl-PL" sz="2000"/>
              <a:t> </a:t>
            </a:r>
            <a:r>
              <a:rPr lang="pl-PL" sz="2000" err="1"/>
              <a:t>Vehicle</a:t>
            </a:r>
            <a:endParaRPr lang="pl-PL" sz="2000"/>
          </a:p>
          <a:p>
            <a:pPr marL="457200" indent="-457200">
              <a:buFont typeface="Arial" panose="020B0604020202020204" pitchFamily="34" charset="0"/>
              <a:buChar char="•"/>
            </a:pPr>
            <a:r>
              <a:rPr lang="pl-PL" sz="2000"/>
              <a:t>Sport </a:t>
            </a:r>
            <a:r>
              <a:rPr lang="pl-PL" sz="2000" err="1"/>
              <a:t>Utility</a:t>
            </a:r>
            <a:r>
              <a:rPr lang="pl-PL" sz="2000"/>
              <a:t> </a:t>
            </a:r>
            <a:r>
              <a:rPr lang="pl-PL" sz="2000" err="1"/>
              <a:t>Vehicle</a:t>
            </a:r>
            <a:endParaRPr lang="pl-PL" sz="2000"/>
          </a:p>
          <a:p>
            <a:pPr marL="457200" indent="-457200">
              <a:buFont typeface="Arial" panose="020B0604020202020204" pitchFamily="34" charset="0"/>
              <a:buChar char="•"/>
            </a:pPr>
            <a:r>
              <a:rPr lang="pl-PL" sz="2000"/>
              <a:t>Van</a:t>
            </a:r>
          </a:p>
          <a:p>
            <a:pPr marL="457200" indent="-457200">
              <a:buFont typeface="Arial" panose="020B0604020202020204" pitchFamily="34" charset="0"/>
              <a:buChar char="•"/>
            </a:pPr>
            <a:r>
              <a:rPr lang="pl-PL" sz="2000"/>
              <a:t>Truck</a:t>
            </a:r>
          </a:p>
          <a:p>
            <a:pPr marL="457200" indent="-457200">
              <a:buFont typeface="Arial" panose="020B0604020202020204" pitchFamily="34" charset="0"/>
              <a:buChar char="•"/>
            </a:pPr>
            <a:r>
              <a:rPr lang="pl-PL" sz="2000"/>
              <a:t>Big Truck</a:t>
            </a:r>
          </a:p>
          <a:p>
            <a:pPr marL="457200" indent="-457200">
              <a:buFont typeface="Arial" panose="020B0604020202020204" pitchFamily="34" charset="0"/>
              <a:buChar char="•"/>
            </a:pPr>
            <a:endParaRPr lang="en-GB" sz="2000"/>
          </a:p>
        </p:txBody>
      </p:sp>
      <p:pic>
        <p:nvPicPr>
          <p:cNvPr id="2064" name="Picture 16" descr="Unlock the Power of Kaggle: How to Call Datasets Directly with Python and  Rule the Data Science World! | by Dr. Ernesto Lee | Medium">
            <a:extLst>
              <a:ext uri="{FF2B5EF4-FFF2-40B4-BE49-F238E27FC236}">
                <a16:creationId xmlns:a16="http://schemas.microsoft.com/office/drawing/2014/main" id="{827483ED-8CCE-E433-71D2-98FE1B91BAE1}"/>
              </a:ext>
            </a:extLst>
          </p:cNvPr>
          <p:cNvPicPr>
            <a:picLocks noGrp="1" noChangeAspect="1" noChangeArrowheads="1"/>
          </p:cNvPicPr>
          <p:nvPr>
            <p:ph type="pic" idx="1"/>
          </p:nvPr>
        </p:nvPicPr>
        <p:blipFill>
          <a:blip r:embed="rId4">
            <a:extLst>
              <a:ext uri="{28A0092B-C50C-407E-A947-70E740481C1C}">
                <a14:useLocalDpi xmlns:a14="http://schemas.microsoft.com/office/drawing/2010/main" val="0"/>
              </a:ext>
            </a:extLst>
          </a:blip>
          <a:srcRect t="6816" b="6816"/>
          <a:stretch>
            <a:fillRect/>
          </a:stretch>
        </p:blipFill>
        <p:spPr bwMode="auto">
          <a:xfrm>
            <a:off x="6140648" y="1871314"/>
            <a:ext cx="6621007" cy="381387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820AE908-F1EB-189F-DBA4-85C8155F87CD}"/>
              </a:ext>
            </a:extLst>
          </p:cNvPr>
          <p:cNvSpPr txBox="1"/>
          <p:nvPr/>
        </p:nvSpPr>
        <p:spPr>
          <a:xfrm>
            <a:off x="6136919" y="5449243"/>
            <a:ext cx="6624736" cy="230832"/>
          </a:xfrm>
          <a:prstGeom prst="rect">
            <a:avLst/>
          </a:prstGeom>
          <a:noFill/>
        </p:spPr>
        <p:txBody>
          <a:bodyPr wrap="square" rtlCol="0">
            <a:spAutoFit/>
          </a:bodyPr>
          <a:lstStyle/>
          <a:p>
            <a:r>
              <a:rPr lang="en-GB" sz="900"/>
              <a:t>https://drlee.io/unlock-the-power-of-kaggle-how-to-call-datasets-directly-with-python-and-rule-the-data-science-2303cbae4e8a</a:t>
            </a:r>
          </a:p>
        </p:txBody>
      </p:sp>
    </p:spTree>
    <p:extLst>
      <p:ext uri="{BB962C8B-B14F-4D97-AF65-F5344CB8AC3E}">
        <p14:creationId xmlns:p14="http://schemas.microsoft.com/office/powerpoint/2010/main" val="3673817870"/>
      </p:ext>
    </p:extLst>
  </p:cSld>
  <p:clrMapOvr>
    <a:masterClrMapping/>
  </p:clrMapOvr>
  <p:transition spd="med">
    <p:dissolv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DA625-B4A3-D863-3A31-5B093FFC66FC}"/>
            </a:ext>
          </a:extLst>
        </p:cNvPr>
        <p:cNvGrpSpPr/>
        <p:nvPr/>
      </p:nvGrpSpPr>
      <p:grpSpPr>
        <a:xfrm>
          <a:off x="0" y="0"/>
          <a:ext cx="0" cy="0"/>
          <a:chOff x="0" y="0"/>
          <a:chExt cx="0" cy="0"/>
        </a:xfrm>
      </p:grpSpPr>
      <p:sp>
        <p:nvSpPr>
          <p:cNvPr id="4098" name="Prostokąt 2">
            <a:hlinkClick r:id="rId2"/>
            <a:extLst>
              <a:ext uri="{FF2B5EF4-FFF2-40B4-BE49-F238E27FC236}">
                <a16:creationId xmlns:a16="http://schemas.microsoft.com/office/drawing/2014/main" id="{4ADC094C-3020-E8CC-D183-11A17ECD3323}"/>
              </a:ext>
            </a:extLst>
          </p:cNvPr>
          <p:cNvSpPr>
            <a:spLocks noChangeArrowheads="1"/>
          </p:cNvSpPr>
          <p:nvPr/>
        </p:nvSpPr>
        <p:spPr bwMode="auto">
          <a:xfrm>
            <a:off x="1747838"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2" name="Title 1">
            <a:extLst>
              <a:ext uri="{FF2B5EF4-FFF2-40B4-BE49-F238E27FC236}">
                <a16:creationId xmlns:a16="http://schemas.microsoft.com/office/drawing/2014/main" id="{4B475C9C-9C14-7A23-C234-F48BA8E919C7}"/>
              </a:ext>
            </a:extLst>
          </p:cNvPr>
          <p:cNvSpPr>
            <a:spLocks noGrp="1"/>
          </p:cNvSpPr>
          <p:nvPr>
            <p:ph type="title"/>
          </p:nvPr>
        </p:nvSpPr>
        <p:spPr/>
        <p:txBody>
          <a:bodyPr/>
          <a:lstStyle/>
          <a:p>
            <a:r>
              <a:rPr lang="pl-PL" b="1"/>
              <a:t>Model</a:t>
            </a:r>
            <a:endParaRPr lang="en-GB" b="1"/>
          </a:p>
        </p:txBody>
      </p:sp>
      <p:sp>
        <p:nvSpPr>
          <p:cNvPr id="4" name="Text Placeholder 3">
            <a:extLst>
              <a:ext uri="{FF2B5EF4-FFF2-40B4-BE49-F238E27FC236}">
                <a16:creationId xmlns:a16="http://schemas.microsoft.com/office/drawing/2014/main" id="{19EEA16C-7431-EEF1-C7B9-6B12C77251C1}"/>
              </a:ext>
            </a:extLst>
          </p:cNvPr>
          <p:cNvSpPr>
            <a:spLocks noGrp="1"/>
          </p:cNvSpPr>
          <p:nvPr>
            <p:ph type="body" sz="half" idx="2"/>
          </p:nvPr>
        </p:nvSpPr>
        <p:spPr/>
        <p:txBody>
          <a:bodyPr/>
          <a:lstStyle/>
          <a:p>
            <a:r>
              <a:rPr lang="en-GB" sz="2800"/>
              <a:t>The project will use a </a:t>
            </a:r>
            <a:r>
              <a:rPr lang="en-GB" sz="2800" b="1"/>
              <a:t>lightweight CNN</a:t>
            </a:r>
            <a:r>
              <a:rPr lang="en-GB" sz="2800"/>
              <a:t> designed for </a:t>
            </a:r>
            <a:r>
              <a:rPr lang="en-GB" sz="2800" b="1"/>
              <a:t>vehicle type classification</a:t>
            </a:r>
            <a:r>
              <a:rPr lang="en-GB" sz="2800"/>
              <a:t>, capable of extracting key image features and identifying vehicle categories efficiently.</a:t>
            </a:r>
          </a:p>
        </p:txBody>
      </p:sp>
      <p:pic>
        <p:nvPicPr>
          <p:cNvPr id="3084" name="Picture 12" descr="Basic structure of Convolutional Neural Network (CNN), [23] Artificial... |  Download Scientific Diagram">
            <a:extLst>
              <a:ext uri="{FF2B5EF4-FFF2-40B4-BE49-F238E27FC236}">
                <a16:creationId xmlns:a16="http://schemas.microsoft.com/office/drawing/2014/main" id="{4F78CB44-C2BE-7DB4-10B8-E2F428323C06}"/>
              </a:ext>
            </a:extLst>
          </p:cNvPr>
          <p:cNvPicPr>
            <a:picLocks noGrp="1" noChangeAspect="1" noChangeArrowheads="1"/>
          </p:cNvPicPr>
          <p:nvPr>
            <p:ph type="pic" idx="1"/>
          </p:nvPr>
        </p:nvPicPr>
        <p:blipFill>
          <a:blip r:embed="rId3">
            <a:extLst>
              <a:ext uri="{28A0092B-C50C-407E-A947-70E740481C1C}">
                <a14:useLocalDpi xmlns:a14="http://schemas.microsoft.com/office/drawing/2010/main" val="0"/>
              </a:ext>
            </a:extLst>
          </a:blip>
          <a:srcRect t="3080" b="3080"/>
          <a:stretch>
            <a:fillRect/>
          </a:stretch>
        </p:blipFill>
        <p:spPr bwMode="auto">
          <a:xfrm>
            <a:off x="6140648" y="2351805"/>
            <a:ext cx="6154416" cy="285288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12E95CB-3243-D56E-CD85-1574BDAFF087}"/>
              </a:ext>
            </a:extLst>
          </p:cNvPr>
          <p:cNvSpPr txBox="1"/>
          <p:nvPr/>
        </p:nvSpPr>
        <p:spPr>
          <a:xfrm>
            <a:off x="5725468" y="5362426"/>
            <a:ext cx="6984776" cy="338554"/>
          </a:xfrm>
          <a:prstGeom prst="rect">
            <a:avLst/>
          </a:prstGeom>
          <a:noFill/>
        </p:spPr>
        <p:txBody>
          <a:bodyPr wrap="square" rtlCol="0">
            <a:spAutoFit/>
          </a:bodyPr>
          <a:lstStyle/>
          <a:p>
            <a:r>
              <a:rPr lang="en-GB" sz="1600"/>
              <a:t>https://learnopencv.com/understanding-convolutional-neural-networks-cnn/</a:t>
            </a:r>
          </a:p>
        </p:txBody>
      </p:sp>
    </p:spTree>
    <p:extLst>
      <p:ext uri="{BB962C8B-B14F-4D97-AF65-F5344CB8AC3E}">
        <p14:creationId xmlns:p14="http://schemas.microsoft.com/office/powerpoint/2010/main" val="3109762363"/>
      </p:ext>
    </p:extLst>
  </p:cSld>
  <p:clrMapOvr>
    <a:masterClrMapping/>
  </p:clrMapOvr>
  <p:transition spd="med">
    <p:dissolv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752C574-67DB-97F9-7D9B-58450E2F2EAE}"/>
              </a:ext>
            </a:extLst>
          </p:cNvPr>
          <p:cNvSpPr>
            <a:spLocks noGrp="1"/>
          </p:cNvSpPr>
          <p:nvPr>
            <p:ph type="title"/>
          </p:nvPr>
        </p:nvSpPr>
        <p:spPr/>
        <p:txBody>
          <a:bodyPr/>
          <a:lstStyle/>
          <a:p>
            <a:r>
              <a:rPr lang="pl-PL" b="1" err="1"/>
              <a:t>Pipeline</a:t>
            </a:r>
            <a:endParaRPr lang="pl-PL" b="1"/>
          </a:p>
        </p:txBody>
      </p:sp>
      <p:pic>
        <p:nvPicPr>
          <p:cNvPr id="4" name="Picture 3">
            <a:extLst>
              <a:ext uri="{FF2B5EF4-FFF2-40B4-BE49-F238E27FC236}">
                <a16:creationId xmlns:a16="http://schemas.microsoft.com/office/drawing/2014/main" id="{89236CC9-F006-1E1B-F14F-DA3F74F1A4CA}"/>
              </a:ext>
            </a:extLst>
          </p:cNvPr>
          <p:cNvPicPr>
            <a:picLocks noChangeAspect="1"/>
          </p:cNvPicPr>
          <p:nvPr/>
        </p:nvPicPr>
        <p:blipFill>
          <a:blip r:embed="rId2"/>
          <a:stretch>
            <a:fillRect/>
          </a:stretch>
        </p:blipFill>
        <p:spPr>
          <a:xfrm>
            <a:off x="2925233" y="3097117"/>
            <a:ext cx="7582958" cy="1362265"/>
          </a:xfrm>
          <a:prstGeom prst="rect">
            <a:avLst/>
          </a:prstGeom>
        </p:spPr>
      </p:pic>
    </p:spTree>
    <p:extLst>
      <p:ext uri="{BB962C8B-B14F-4D97-AF65-F5344CB8AC3E}">
        <p14:creationId xmlns:p14="http://schemas.microsoft.com/office/powerpoint/2010/main" val="1690935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05D97-5CA1-9C99-55BE-27EE3B2D6A4D}"/>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BE5FFE7A-7052-5611-8DC4-34759667C06A}"/>
              </a:ext>
            </a:extLst>
          </p:cNvPr>
          <p:cNvSpPr>
            <a:spLocks noGrp="1"/>
          </p:cNvSpPr>
          <p:nvPr>
            <p:ph type="title"/>
          </p:nvPr>
        </p:nvSpPr>
        <p:spPr/>
        <p:txBody>
          <a:bodyPr/>
          <a:lstStyle/>
          <a:p>
            <a:r>
              <a:rPr lang="pl-PL" b="1" err="1"/>
              <a:t>Compression</a:t>
            </a:r>
            <a:r>
              <a:rPr lang="pl-PL" b="1"/>
              <a:t> </a:t>
            </a:r>
            <a:r>
              <a:rPr lang="pl-PL" b="1" err="1"/>
              <a:t>methods</a:t>
            </a:r>
            <a:endParaRPr lang="pl-PL" b="1"/>
          </a:p>
        </p:txBody>
      </p:sp>
      <p:sp>
        <p:nvSpPr>
          <p:cNvPr id="12" name="Content Placeholder 11">
            <a:extLst>
              <a:ext uri="{FF2B5EF4-FFF2-40B4-BE49-F238E27FC236}">
                <a16:creationId xmlns:a16="http://schemas.microsoft.com/office/drawing/2014/main" id="{9A2B8AAA-7666-C56C-9A01-CF136D8ECF53}"/>
              </a:ext>
            </a:extLst>
          </p:cNvPr>
          <p:cNvSpPr>
            <a:spLocks noGrp="1"/>
          </p:cNvSpPr>
          <p:nvPr>
            <p:ph idx="1"/>
          </p:nvPr>
        </p:nvSpPr>
        <p:spPr/>
        <p:txBody>
          <a:bodyPr/>
          <a:lstStyle/>
          <a:p>
            <a:pPr marL="0" indent="0">
              <a:buNone/>
            </a:pPr>
            <a:r>
              <a:rPr lang="en-GB"/>
              <a:t>As part of the project, the pruning method will be used and tested for model compression, which involves removing less important weights or neurons from the network and reducing its size, as well as the quantization method, which involves reducing precision by converting 32-bit floats to 8-bit integers.</a:t>
            </a:r>
          </a:p>
        </p:txBody>
      </p:sp>
    </p:spTree>
    <p:extLst>
      <p:ext uri="{BB962C8B-B14F-4D97-AF65-F5344CB8AC3E}">
        <p14:creationId xmlns:p14="http://schemas.microsoft.com/office/powerpoint/2010/main" val="350636636"/>
      </p:ext>
    </p:extLst>
  </p:cSld>
  <p:clrMapOvr>
    <a:masterClrMapping/>
  </p:clrMapOvr>
</p:sld>
</file>

<file path=ppt/theme/theme1.xml><?xml version="1.0" encoding="utf-8"?>
<a:theme xmlns:a="http://schemas.openxmlformats.org/drawingml/2006/main" name="Blank Presentation">
  <a:themeElements>
    <a:clrScheme name="Motyw pakietu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otyw pakietu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tyw pakietu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
      <a:dk1>
        <a:srgbClr val="000000"/>
      </a:dk1>
      <a:lt1>
        <a:srgbClr val="FFFFFF"/>
      </a:lt1>
      <a:dk2>
        <a:srgbClr val="A7A7A7"/>
      </a:dk2>
      <a:lt2>
        <a:srgbClr val="535353"/>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FF00FF"/>
      </a:folHlink>
    </a:clrScheme>
    <a:fontScheme name="Pakiet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CC77159D51BDF84CA633AEA4555AE43C" ma:contentTypeVersion="13" ma:contentTypeDescription="Utwórz nowy dokument." ma:contentTypeScope="" ma:versionID="c1f82795741122394650640447164367">
  <xsd:schema xmlns:xsd="http://www.w3.org/2001/XMLSchema" xmlns:xs="http://www.w3.org/2001/XMLSchema" xmlns:p="http://schemas.microsoft.com/office/2006/metadata/properties" xmlns:ns3="3ac128a8-abdf-4b4c-8762-38cfaf718297" xmlns:ns4="8cde8ed3-fbe8-4da7-b7aa-fc7c00f259a9" targetNamespace="http://schemas.microsoft.com/office/2006/metadata/properties" ma:root="true" ma:fieldsID="34d884ff1afb3ddaf9233509a30a1c0a" ns3:_="" ns4:_="">
    <xsd:import namespace="3ac128a8-abdf-4b4c-8762-38cfaf718297"/>
    <xsd:import namespace="8cde8ed3-fbe8-4da7-b7aa-fc7c00f259a9"/>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GenerationTime" minOccurs="0"/>
                <xsd:element ref="ns3:MediaServiceEventHashCode" minOccurs="0"/>
                <xsd:element ref="ns3:MediaServiceDateTaken" minOccurs="0"/>
                <xsd:element ref="ns3:MediaServiceSystemTag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ac128a8-abdf-4b4c-8762-38cfaf7182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cde8ed3-fbe8-4da7-b7aa-fc7c00f259a9" elementFormDefault="qualified">
    <xsd:import namespace="http://schemas.microsoft.com/office/2006/documentManagement/types"/>
    <xsd:import namespace="http://schemas.microsoft.com/office/infopath/2007/PartnerControls"/>
    <xsd:element name="SharedWithUsers" ma:index="11" nillable="true" ma:displayName="Udostępniani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Udostępnione dla — szczegóły" ma:internalName="SharedWithDetails" ma:readOnly="true">
      <xsd:simpleType>
        <xsd:restriction base="dms:Note">
          <xsd:maxLength value="255"/>
        </xsd:restriction>
      </xsd:simpleType>
    </xsd:element>
    <xsd:element name="SharingHintHash" ma:index="13" nillable="true" ma:displayName="Skrót wskazówki dotyczącej udostępniania"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3ac128a8-abdf-4b4c-8762-38cfaf718297" xsi:nil="true"/>
  </documentManagement>
</p:properties>
</file>

<file path=customXml/itemProps1.xml><?xml version="1.0" encoding="utf-8"?>
<ds:datastoreItem xmlns:ds="http://schemas.openxmlformats.org/officeDocument/2006/customXml" ds:itemID="{28F6812C-CA6D-439A-B2B0-8502EF82D226}">
  <ds:schemaRefs>
    <ds:schemaRef ds:uri="3ac128a8-abdf-4b4c-8762-38cfaf718297"/>
    <ds:schemaRef ds:uri="8cde8ed3-fbe8-4da7-b7aa-fc7c00f259a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9E71365-8D24-47BE-9C28-F13D30A594AC}">
  <ds:schemaRefs>
    <ds:schemaRef ds:uri="http://schemas.microsoft.com/sharepoint/v3/contenttype/forms"/>
  </ds:schemaRefs>
</ds:datastoreItem>
</file>

<file path=customXml/itemProps3.xml><?xml version="1.0" encoding="utf-8"?>
<ds:datastoreItem xmlns:ds="http://schemas.openxmlformats.org/officeDocument/2006/customXml" ds:itemID="{81A4105C-3C3E-4E29-9C33-DD22BD3F9073}">
  <ds:schemaRefs>
    <ds:schemaRef ds:uri="http://schemas.microsoft.com/office/2006/metadata/properties"/>
    <ds:schemaRef ds:uri="http://schemas.openxmlformats.org/package/2006/metadata/core-properties"/>
    <ds:schemaRef ds:uri="http://schemas.microsoft.com/office/2006/documentManagement/types"/>
    <ds:schemaRef ds:uri="http://purl.org/dc/terms/"/>
    <ds:schemaRef ds:uri="http://purl.org/dc/dcmitype/"/>
    <ds:schemaRef ds:uri="http://schemas.microsoft.com/office/infopath/2007/PartnerControls"/>
    <ds:schemaRef ds:uri="http://www.w3.org/XML/1998/namespace"/>
    <ds:schemaRef ds:uri="8cde8ed3-fbe8-4da7-b7aa-fc7c00f259a9"/>
    <ds:schemaRef ds:uri="3ac128a8-abdf-4b4c-8762-38cfaf718297"/>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Office Theme</Template>
  <TotalTime>4</TotalTime>
  <Words>186</Words>
  <Application>Microsoft Office PowerPoint</Application>
  <PresentationFormat>Custom</PresentationFormat>
  <Paragraphs>26</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FagoNoBoldCE-Caps</vt:lpstr>
      <vt:lpstr>Helvetica Neue</vt:lpstr>
      <vt:lpstr>Blank Presentation</vt:lpstr>
      <vt:lpstr>PowerPoint Presentation</vt:lpstr>
      <vt:lpstr>Problem</vt:lpstr>
      <vt:lpstr>Dataset</vt:lpstr>
      <vt:lpstr>Model</vt:lpstr>
      <vt:lpstr>Pipeline</vt:lpstr>
      <vt:lpstr>Compression methods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Maciek</dc:creator>
  <cp:lastModifiedBy>Kacper Bujak</cp:lastModifiedBy>
  <cp:revision>2</cp:revision>
  <dcterms:modified xsi:type="dcterms:W3CDTF">2025-11-27T18:06:07Z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0x010100CC77159D51BDF84CA633AEA4555AE43C</vt:lpwstr>
  </property>
</Properties>
</file>